
<file path=[Content_Types].xml><?xml version="1.0" encoding="utf-8"?>
<Types xmlns="http://schemas.openxmlformats.org/package/2006/content-types">
  <Default Extension="bmp" ContentType="image/bmp"/>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2"/>
    <p:sldId id="294" r:id="rId3"/>
    <p:sldId id="258" r:id="rId4"/>
    <p:sldId id="259" r:id="rId5"/>
    <p:sldId id="260" r:id="rId6"/>
    <p:sldId id="261" r:id="rId7"/>
    <p:sldId id="295" r:id="rId8"/>
    <p:sldId id="262" r:id="rId9"/>
    <p:sldId id="263" r:id="rId10"/>
    <p:sldId id="264" r:id="rId11"/>
    <p:sldId id="265" r:id="rId12"/>
    <p:sldId id="266" r:id="rId13"/>
    <p:sldId id="291" r:id="rId14"/>
    <p:sldId id="267" r:id="rId15"/>
    <p:sldId id="268" r:id="rId16"/>
    <p:sldId id="269" r:id="rId17"/>
    <p:sldId id="270" r:id="rId18"/>
    <p:sldId id="271" r:id="rId19"/>
    <p:sldId id="272" r:id="rId20"/>
    <p:sldId id="273" r:id="rId21"/>
    <p:sldId id="293" r:id="rId22"/>
    <p:sldId id="274" r:id="rId23"/>
    <p:sldId id="275" r:id="rId24"/>
    <p:sldId id="276" r:id="rId25"/>
    <p:sldId id="277" r:id="rId26"/>
    <p:sldId id="278" r:id="rId27"/>
    <p:sldId id="279" r:id="rId28"/>
    <p:sldId id="280" r:id="rId29"/>
    <p:sldId id="281" r:id="rId30"/>
    <p:sldId id="282" r:id="rId31"/>
    <p:sldId id="283" r:id="rId32"/>
    <p:sldId id="292" r:id="rId33"/>
    <p:sldId id="284" r:id="rId34"/>
    <p:sldId id="285" r:id="rId35"/>
    <p:sldId id="286" r:id="rId36"/>
    <p:sldId id="287" r:id="rId37"/>
    <p:sldId id="288" r:id="rId38"/>
    <p:sldId id="289" r:id="rId39"/>
    <p:sldId id="290" r:id="rId40"/>
  </p:sldIdLst>
  <p:sldSz cx="12192000" cy="6858000"/>
  <p:notesSz cx="12192000" cy="6858000"/>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9000" y="1905000"/>
            <a:ext cx="10414000" cy="13208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7420">
                <a:solidFill>
                  <a:srgbClr val="20222F"/>
                </a:solidFill>
              </a:defRPr>
            </a:lvl1pPr>
          </a:lstStyle>
          <a:p>
            <a:pPr algn="ctr"/>
            <a:endParaRPr/>
          </a:p>
        </p:txBody>
      </p:sp>
      <p:sp>
        <p:nvSpPr>
          <p:cNvPr id="3" name="New Shape"/>
          <p:cNvSpPr>
            <a:spLocks noGrp="1"/>
          </p:cNvSpPr>
          <p:nvPr>
            <p:ph type="body" idx="1"/>
          </p:nvPr>
        </p:nvSpPr>
        <p:spPr>
          <a:xfrm>
            <a:off x="889000" y="3238500"/>
            <a:ext cx="10414000" cy="825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ctr">
            <a:normAutofit/>
          </a:bodyPr>
          <a:lstStyle>
            <a:lvl1pPr algn="ctr">
              <a:defRPr sz="5600">
                <a:solidFill>
                  <a:srgbClr val="20222F"/>
                </a:solidFill>
              </a:defRPr>
            </a:lvl1pPr>
          </a:lstStyle>
          <a:p>
            <a:pPr algn="ctr"/>
            <a:endParaRPr/>
          </a:p>
        </p:txBody>
      </p:sp>
      <p:sp>
        <p:nvSpPr>
          <p:cNvPr id="4" name="New Shape"/>
          <p:cNvSpPr>
            <a:spLocks noGrp="1"/>
          </p:cNvSpPr>
          <p:nvPr>
            <p:ph type="body" idx="2"/>
          </p:nvPr>
        </p:nvSpPr>
        <p:spPr>
          <a:xfrm>
            <a:off x="882649" y="4191000"/>
            <a:ext cx="10426700" cy="6667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ctr">
            <a:normAutofit/>
          </a:bodyPr>
          <a:lstStyle>
            <a:lvl1pPr algn="ctr">
              <a:defRPr sz="5600">
                <a:solidFill>
                  <a:srgbClr val="20222F"/>
                </a:solidFill>
              </a:defRPr>
            </a:lvl1pPr>
          </a:lstStyle>
          <a:p>
            <a:pPr algn="ct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endParaRPr/>
          </a:p>
        </p:txBody>
      </p:sp>
      <p:sp>
        <p:nvSpPr>
          <p:cNvPr id="3" name="New Shape"/>
          <p:cNvSpPr>
            <a:spLocks noGrp="1"/>
          </p:cNvSpPr>
          <p:nvPr>
            <p:ph type="body" idx="1"/>
          </p:nvPr>
        </p:nvSpPr>
        <p:spPr>
          <a:xfrm>
            <a:off x="1295400" y="3429000"/>
            <a:ext cx="9601200" cy="800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ctr">
              <a:defRPr sz="4573">
                <a:solidFill>
                  <a:srgbClr val="20222F"/>
                </a:solidFill>
              </a:defRPr>
            </a:lvl1pP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endParaRPr/>
          </a:p>
        </p:txBody>
      </p:sp>
      <p:sp>
        <p:nvSpPr>
          <p:cNvPr id="3" name="New Shape"/>
          <p:cNvSpPr>
            <a:spLocks noGrp="1"/>
          </p:cNvSpPr>
          <p:nvPr>
            <p:ph type="body" idx="1"/>
          </p:nvPr>
        </p:nvSpPr>
        <p:spPr>
          <a:xfrm>
            <a:off x="1295400" y="3429000"/>
            <a:ext cx="9601200" cy="800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ctr">
              <a:defRPr sz="4573">
                <a:solidFill>
                  <a:srgbClr val="20222F"/>
                </a:solidFill>
              </a:defRPr>
            </a:lvl1pPr>
          </a:lstStyle>
          <a:p>
            <a:pPr algn="ct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endParaRPr/>
          </a:p>
        </p:txBody>
      </p:sp>
      <p:sp>
        <p:nvSpPr>
          <p:cNvPr id="3" name="New Shape"/>
          <p:cNvSpPr>
            <a:spLocks noGrp="1"/>
          </p:cNvSpPr>
          <p:nvPr>
            <p:ph type="body" idx="1"/>
          </p:nvPr>
        </p:nvSpPr>
        <p:spPr>
          <a:xfrm>
            <a:off x="1295400" y="3429000"/>
            <a:ext cx="9601200" cy="800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ctr">
              <a:defRPr sz="4573">
                <a:solidFill>
                  <a:srgbClr val="20222F"/>
                </a:solidFill>
              </a:defRPr>
            </a:lvl1pP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endParaRPr/>
          </a:p>
        </p:txBody>
      </p:sp>
      <p:sp>
        <p:nvSpPr>
          <p:cNvPr id="3" name="New Shape"/>
          <p:cNvSpPr>
            <a:spLocks noGrp="1"/>
          </p:cNvSpPr>
          <p:nvPr>
            <p:ph type="body" idx="1"/>
          </p:nvPr>
        </p:nvSpPr>
        <p:spPr>
          <a:xfrm>
            <a:off x="1295400" y="3429000"/>
            <a:ext cx="9601200" cy="800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ctr">
              <a:defRPr sz="4573">
                <a:solidFill>
                  <a:srgbClr val="20222F"/>
                </a:solidFill>
              </a:defRPr>
            </a:lvl1pPr>
          </a:lstStyle>
          <a:p>
            <a:pPr algn="ct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endParaRPr/>
          </a:p>
        </p:txBody>
      </p:sp>
      <p:sp>
        <p:nvSpPr>
          <p:cNvPr id="3" name="New Shape"/>
          <p:cNvSpPr>
            <a:spLocks noGrp="1"/>
          </p:cNvSpPr>
          <p:nvPr>
            <p:ph type="body" idx="1"/>
          </p:nvPr>
        </p:nvSpPr>
        <p:spPr>
          <a:xfrm>
            <a:off x="1295400" y="3429000"/>
            <a:ext cx="9601200" cy="800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ctr">
              <a:defRPr sz="4573">
                <a:solidFill>
                  <a:srgbClr val="20222F"/>
                </a:solidFill>
              </a:defRPr>
            </a:lvl1pPr>
          </a:lstStyle>
          <a:p>
            <a:pPr algn="ct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endParaRPr/>
          </a:p>
        </p:txBody>
      </p:sp>
      <p:sp>
        <p:nvSpPr>
          <p:cNvPr id="3" name="New Shape"/>
          <p:cNvSpPr>
            <a:spLocks noGrp="1"/>
          </p:cNvSpPr>
          <p:nvPr>
            <p:ph type="body" idx="1"/>
          </p:nvPr>
        </p:nvSpPr>
        <p:spPr>
          <a:xfrm>
            <a:off x="1295400" y="3429000"/>
            <a:ext cx="9601200" cy="800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ctr">
              <a:defRPr sz="4573">
                <a:solidFill>
                  <a:srgbClr val="20222F"/>
                </a:solidFill>
              </a:defRPr>
            </a:lvl1pPr>
          </a:lstStyle>
          <a:p>
            <a:pPr algn="ct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endParaRPr/>
          </a:p>
        </p:txBody>
      </p:sp>
      <p:sp>
        <p:nvSpPr>
          <p:cNvPr id="3" name="New Shape"/>
          <p:cNvSpPr>
            <a:spLocks noGrp="1"/>
          </p:cNvSpPr>
          <p:nvPr>
            <p:ph type="body" idx="1"/>
          </p:nvPr>
        </p:nvSpPr>
        <p:spPr>
          <a:xfrm>
            <a:off x="1295400" y="3429000"/>
            <a:ext cx="9601200" cy="800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ctr">
              <a:defRPr sz="4573">
                <a:solidFill>
                  <a:srgbClr val="20222F"/>
                </a:solidFill>
              </a:defRPr>
            </a:lvl1pPr>
          </a:lstStyle>
          <a:p>
            <a:pPr algn="ct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endParaRPr/>
          </a:p>
        </p:txBody>
      </p:sp>
      <p:sp>
        <p:nvSpPr>
          <p:cNvPr id="3" name="New Shape"/>
          <p:cNvSpPr>
            <a:spLocks noGrp="1"/>
          </p:cNvSpPr>
          <p:nvPr>
            <p:ph type="body" idx="1"/>
          </p:nvPr>
        </p:nvSpPr>
        <p:spPr>
          <a:xfrm>
            <a:off x="1295400" y="3429000"/>
            <a:ext cx="9601200" cy="800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ctr">
              <a:defRPr sz="4573">
                <a:solidFill>
                  <a:srgbClr val="20222F"/>
                </a:solidFill>
              </a:defRPr>
            </a:lvl1pPr>
          </a:lstStyle>
          <a:p>
            <a:pPr algn="ct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25499" y="762000"/>
            <a:ext cx="10414000" cy="43180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ctr">
            <a:normAutofit/>
          </a:bodyPr>
          <a:lstStyle>
            <a:lvl1pPr algn="l">
              <a:defRPr sz="6813">
                <a:solidFill>
                  <a:srgbClr val="4B4A4A"/>
                </a:solidFill>
              </a:defRPr>
            </a:lvl1pPr>
          </a:lstStyle>
          <a:p>
            <a:pPr algn="l"/>
            <a:endParaRPr/>
          </a:p>
        </p:txBody>
      </p:sp>
      <p:sp>
        <p:nvSpPr>
          <p:cNvPr id="3" name="New Shape"/>
          <p:cNvSpPr>
            <a:spLocks noGrp="1"/>
          </p:cNvSpPr>
          <p:nvPr>
            <p:ph type="body" idx="1"/>
          </p:nvPr>
        </p:nvSpPr>
        <p:spPr>
          <a:xfrm>
            <a:off x="825499" y="5588000"/>
            <a:ext cx="9398000" cy="673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ctr">
            <a:normAutofit/>
          </a:bodyPr>
          <a:lstStyle>
            <a:lvl1pPr algn="l">
              <a:defRPr sz="5786">
                <a:solidFill>
                  <a:srgbClr val="06294B"/>
                </a:solidFill>
              </a:defRPr>
            </a:lvl1pPr>
          </a:lstStyle>
          <a:p>
            <a:pPr algn="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endParaRPr/>
          </a:p>
        </p:txBody>
      </p:sp>
      <p:sp>
        <p:nvSpPr>
          <p:cNvPr id="3" name="New Shape"/>
          <p:cNvSpPr>
            <a:spLocks noGrp="1"/>
          </p:cNvSpPr>
          <p:nvPr>
            <p:ph type="body" idx="1"/>
          </p:nvPr>
        </p:nvSpPr>
        <p:spPr>
          <a:xfrm>
            <a:off x="1295400" y="3429000"/>
            <a:ext cx="9601200" cy="800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ctr">
              <a:defRPr sz="4573">
                <a:solidFill>
                  <a:srgbClr val="20222F"/>
                </a:solidFill>
              </a:defRPr>
            </a:lvl1pPr>
          </a:lstStyle>
          <a:p>
            <a:pPr algn="ct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endParaRPr/>
          </a:p>
        </p:txBody>
      </p:sp>
      <p:sp>
        <p:nvSpPr>
          <p:cNvPr id="3" name="New Shape"/>
          <p:cNvSpPr>
            <a:spLocks noGrp="1"/>
          </p:cNvSpPr>
          <p:nvPr>
            <p:ph type="body" idx="1"/>
          </p:nvPr>
        </p:nvSpPr>
        <p:spPr>
          <a:xfrm>
            <a:off x="1295400" y="3429000"/>
            <a:ext cx="9601200" cy="800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ctr">
              <a:defRPr sz="4573">
                <a:solidFill>
                  <a:srgbClr val="20222F"/>
                </a:solidFill>
              </a:defRPr>
            </a:lvl1pPr>
          </a:lstStyle>
          <a:p>
            <a:pPr algn="ct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25499" y="762000"/>
            <a:ext cx="10414000" cy="43180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ctr">
            <a:normAutofit/>
          </a:bodyPr>
          <a:lstStyle>
            <a:lvl1pPr algn="l">
              <a:defRPr sz="6813">
                <a:solidFill>
                  <a:srgbClr val="4B4A4A"/>
                </a:solidFill>
              </a:defRPr>
            </a:lvl1pPr>
          </a:lstStyle>
          <a:p>
            <a:pPr algn="l"/>
            <a:endParaRPr/>
          </a:p>
        </p:txBody>
      </p:sp>
      <p:sp>
        <p:nvSpPr>
          <p:cNvPr id="3" name="New Shape"/>
          <p:cNvSpPr>
            <a:spLocks noGrp="1"/>
          </p:cNvSpPr>
          <p:nvPr>
            <p:ph type="body" idx="1"/>
          </p:nvPr>
        </p:nvSpPr>
        <p:spPr>
          <a:xfrm>
            <a:off x="825499" y="5588000"/>
            <a:ext cx="9398000" cy="673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ctr">
            <a:normAutofit/>
          </a:bodyPr>
          <a:lstStyle>
            <a:lvl1pPr algn="l">
              <a:defRPr sz="5786">
                <a:solidFill>
                  <a:srgbClr val="06294B"/>
                </a:solidFill>
              </a:defRPr>
            </a:lvl1pPr>
          </a:lstStyle>
          <a:p>
            <a:pPr algn="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endParaRPr/>
          </a:p>
        </p:txBody>
      </p:sp>
      <p:sp>
        <p:nvSpPr>
          <p:cNvPr id="3" name="New Shape"/>
          <p:cNvSpPr>
            <a:spLocks noGrp="1"/>
          </p:cNvSpPr>
          <p:nvPr>
            <p:ph type="body" idx="1"/>
          </p:nvPr>
        </p:nvSpPr>
        <p:spPr>
          <a:xfrm>
            <a:off x="1295400" y="3429000"/>
            <a:ext cx="9601200" cy="800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ctr">
              <a:defRPr sz="4573">
                <a:solidFill>
                  <a:srgbClr val="20222F"/>
                </a:solidFill>
              </a:defRPr>
            </a:lvl1pPr>
          </a:lstStyle>
          <a:p>
            <a:pPr algn="ct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14668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endParaRPr/>
          </a:p>
        </p:txBody>
      </p:sp>
      <p:sp>
        <p:nvSpPr>
          <p:cNvPr id="3" name="New Shape"/>
          <p:cNvSpPr>
            <a:spLocks noGrp="1"/>
          </p:cNvSpPr>
          <p:nvPr>
            <p:ph type="body" idx="1"/>
          </p:nvPr>
        </p:nvSpPr>
        <p:spPr>
          <a:xfrm>
            <a:off x="1295400" y="3429000"/>
            <a:ext cx="9601200" cy="800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ctr">
              <a:defRPr sz="4573">
                <a:solidFill>
                  <a:srgbClr val="20222F"/>
                </a:solidFill>
              </a:defRPr>
            </a:lvl1pPr>
          </a:lstStyle>
          <a:p>
            <a:pPr algn="ct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857250"/>
            <a:ext cx="9505950" cy="43053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endParaRP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l">
              <a:defRPr sz="4900">
                <a:solidFill>
                  <a:srgbClr val="20222F"/>
                </a:solidFill>
              </a:defRPr>
            </a:lvl1pPr>
          </a:lstStyle>
          <a:p>
            <a:pPr algn="l"/>
            <a:endParaRP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jpe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 Master">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CC109A6-9520-7164-117B-D7EB076CDD70}"/>
              </a:ext>
            </a:extLst>
          </p:cNvPr>
          <p:cNvPicPr>
            <a:picLocks noChangeAspect="1"/>
          </p:cNvPicPr>
          <p:nvPr userDrawn="1"/>
        </p:nvPicPr>
        <p:blipFill>
          <a:blip r:embed="rId26">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p:txStyles>
    <p:titleStyle/>
    <p:bodyStyle/>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bmp"/><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20.xml"/></Relationships>
</file>

<file path=ppt/slides/_rels/slide31.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21.xml"/></Relationships>
</file>

<file path=ppt/slides/_rels/slide3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22.xml"/></Relationships>
</file>

<file path=ppt/slides/_rels/slide34.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22.xml"/></Relationships>
</file>

<file path=ppt/slides/_rels/slide35.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23.xml"/></Relationships>
</file>

<file path=ppt/slides/_rels/slide36.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9000" y="1904999"/>
            <a:ext cx="10414000" cy="2656367"/>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7420">
                <a:solidFill>
                  <a:srgbClr val="20222F"/>
                </a:solidFill>
              </a:defRPr>
            </a:lvl1pPr>
          </a:lstStyle>
          <a:p>
            <a:pPr algn="ctr"/>
            <a:r>
              <a:rPr sz="7420" b="0" dirty="0">
                <a:solidFill>
                  <a:schemeClr val="bg1"/>
                </a:solidFill>
              </a:rPr>
              <a:t>Upon This Rock (Core Values)</a:t>
            </a:r>
          </a:p>
        </p:txBody>
      </p:sp>
      <p:pic>
        <p:nvPicPr>
          <p:cNvPr id="6" name="Picture 5">
            <a:extLst>
              <a:ext uri="{FF2B5EF4-FFF2-40B4-BE49-F238E27FC236}">
                <a16:creationId xmlns:a16="http://schemas.microsoft.com/office/drawing/2014/main" id="{F3CE09C2-54BE-30AF-A730-EE192C4EA5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03AAE-254D-1D19-D339-4924F6E51CF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D1F1DFF-9DA5-A837-C30C-AF121F3686BF}"/>
              </a:ext>
            </a:extLst>
          </p:cNvPr>
          <p:cNvSpPr>
            <a:spLocks noGrp="1"/>
          </p:cNvSpPr>
          <p:nvPr>
            <p:ph type="body"/>
          </p:nvPr>
        </p:nvSpPr>
        <p:spPr/>
        <p:txBody>
          <a:bodyPr/>
          <a:lstStyle/>
          <a:p>
            <a:endParaRPr lang="en-US"/>
          </a:p>
        </p:txBody>
      </p:sp>
      <p:sp>
        <p:nvSpPr>
          <p:cNvPr id="3" name="Text Placeholder 2">
            <a:extLst>
              <a:ext uri="{FF2B5EF4-FFF2-40B4-BE49-F238E27FC236}">
                <a16:creationId xmlns:a16="http://schemas.microsoft.com/office/drawing/2014/main" id="{568966EC-329F-07E6-AAE2-E7E8B9B3435B}"/>
              </a:ext>
            </a:extLst>
          </p:cNvPr>
          <p:cNvSpPr>
            <a:spLocks noGrp="1"/>
          </p:cNvSpPr>
          <p:nvPr>
            <p:ph type="body" idx="1"/>
          </p:nvPr>
        </p:nvSpPr>
        <p:spPr/>
        <p:txBody>
          <a:bodyPr>
            <a:normAutofit fontScale="92500" lnSpcReduction="20000"/>
          </a:bodyPr>
          <a:lstStyle/>
          <a:p>
            <a:endParaRPr lang="en-US"/>
          </a:p>
        </p:txBody>
      </p:sp>
      <p:sp>
        <p:nvSpPr>
          <p:cNvPr id="4" name="Text Placeholder 3">
            <a:extLst>
              <a:ext uri="{FF2B5EF4-FFF2-40B4-BE49-F238E27FC236}">
                <a16:creationId xmlns:a16="http://schemas.microsoft.com/office/drawing/2014/main" id="{2752CB67-C635-7834-1C18-F136E6350317}"/>
              </a:ext>
            </a:extLst>
          </p:cNvPr>
          <p:cNvSpPr>
            <a:spLocks noGrp="1"/>
          </p:cNvSpPr>
          <p:nvPr>
            <p:ph type="body" idx="2"/>
          </p:nvPr>
        </p:nvSpPr>
        <p:spPr/>
        <p:txBody>
          <a:bodyPr>
            <a:normAutofit fontScale="92500" lnSpcReduction="20000"/>
          </a:bodyPr>
          <a:lstStyle/>
          <a:p>
            <a:endParaRPr lang="en-US"/>
          </a:p>
        </p:txBody>
      </p:sp>
      <p:pic>
        <p:nvPicPr>
          <p:cNvPr id="6" name="Picture 5">
            <a:extLst>
              <a:ext uri="{FF2B5EF4-FFF2-40B4-BE49-F238E27FC236}">
                <a16:creationId xmlns:a16="http://schemas.microsoft.com/office/drawing/2014/main" id="{AD34FC54-064A-5D1F-9A3F-B2B23EE0D0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49270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690577"/>
            <a:ext cx="10426700" cy="3434315"/>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55000" lnSpcReduction="20000"/>
          </a:bodyPr>
          <a:lstStyle>
            <a:lvl1pPr algn="ctr">
              <a:defRPr sz="9613">
                <a:solidFill>
                  <a:srgbClr val="20222F"/>
                </a:solidFill>
              </a:defRPr>
            </a:lvl1pPr>
          </a:lstStyle>
          <a:p>
            <a:pPr algn="ctr"/>
            <a:r>
              <a:rPr sz="9613" b="0" dirty="0">
                <a:solidFill>
                  <a:schemeClr val="bg1"/>
                </a:solidFill>
              </a:rPr>
              <a:t>Cedar Grove Baptist Church exists to create a space where people and families can meet Jesus, find community, and grow in their faith.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573619"/>
            <a:ext cx="10426700" cy="3902148"/>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47500" lnSpcReduction="20000"/>
          </a:bodyPr>
          <a:lstStyle>
            <a:lvl1pPr algn="ctr">
              <a:defRPr sz="9613">
                <a:solidFill>
                  <a:srgbClr val="20222F"/>
                </a:solidFill>
              </a:defRPr>
            </a:lvl1pPr>
          </a:lstStyle>
          <a:p>
            <a:pPr algn="ctr"/>
            <a:r>
              <a:rPr sz="9613" b="0" dirty="0">
                <a:solidFill>
                  <a:schemeClr val="bg1"/>
                </a:solidFill>
              </a:rPr>
              <a:t>Our purpose is to love others unconditionally, learn about God increasingly, live to share Jesus intentionally and lead others to Christ continually in Lebanon, TN and throughout the whole world.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1531088"/>
            <a:ext cx="9505950" cy="3631462"/>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lnSpcReduction="10000"/>
          </a:bodyPr>
          <a:lstStyle>
            <a:lvl1pPr algn="l">
              <a:defRPr sz="4993">
                <a:solidFill>
                  <a:srgbClr val="20222F"/>
                </a:solidFill>
              </a:defRPr>
            </a:lvl1pPr>
          </a:lstStyle>
          <a:p>
            <a:pPr algn="l"/>
            <a:r>
              <a:rPr sz="4993" b="0" dirty="0">
                <a:solidFill>
                  <a:schemeClr val="bg1"/>
                </a:solidFill>
              </a:rPr>
              <a:t>15 He said to them, “But who do you say that I am?” 16 Simon Peter answered, “You are the Christ, the Son of the living God.”</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Matthew 16:15–19</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idx="3"/>
          </p:nvPr>
        </p:nvSpPr>
        <p:spPr>
          <a:xfrm>
            <a:off x="1035048" y="1499190"/>
            <a:ext cx="10288625" cy="3663359"/>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fontScale="77500" lnSpcReduction="20000"/>
          </a:bodyPr>
          <a:lstStyle>
            <a:lvl1pPr algn="l">
              <a:defRPr sz="4993">
                <a:solidFill>
                  <a:srgbClr val="20222F"/>
                </a:solidFill>
              </a:defRPr>
            </a:lvl1pPr>
          </a:lstStyle>
          <a:p>
            <a:pPr algn="l"/>
            <a:r>
              <a:rPr sz="4993" b="0" dirty="0">
                <a:solidFill>
                  <a:schemeClr val="bg1"/>
                </a:solidFill>
              </a:rPr>
              <a:t>17 And Jesus said to him, “Blessed are you, Simon Barjona, because flesh and blood did not reveal this to you, but My Father who is in heaven. 18 “I also say to you that you are Peter, and upon this rock I will build My church; and the gates of Hades will not overpower it.</a:t>
            </a:r>
          </a:p>
        </p:txBody>
      </p:sp>
      <p:sp>
        <p:nvSpPr>
          <p:cNvPr id="3" name="New Shape"/>
          <p:cNvSpPr>
            <a:spLocks noGrp="1"/>
          </p:cNvSpPr>
          <p:nvPr>
            <p:ph type="body" idx="4"/>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Matthew 16:15–19</a:t>
            </a:r>
          </a:p>
        </p:txBody>
      </p:sp>
      <p:sp>
        <p:nvSpPr>
          <p:cNvPr id="4" name="New Shape"/>
          <p:cNvSpPr>
            <a:spLocks noGrp="1"/>
          </p:cNvSpPr>
          <p:nvPr>
            <p:ph type="body" idx="5"/>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ED48B-C811-3D51-6BAE-85E030965FC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29FDB9D-E2B3-A79E-7AC0-C22D9E052462}"/>
              </a:ext>
            </a:extLst>
          </p:cNvPr>
          <p:cNvSpPr>
            <a:spLocks noGrp="1"/>
          </p:cNvSpPr>
          <p:nvPr>
            <p:ph type="body"/>
          </p:nvPr>
        </p:nvSpPr>
        <p:spPr/>
        <p:txBody>
          <a:bodyPr/>
          <a:lstStyle/>
          <a:p>
            <a:endParaRPr lang="en-US"/>
          </a:p>
        </p:txBody>
      </p:sp>
      <p:sp>
        <p:nvSpPr>
          <p:cNvPr id="3" name="Text Placeholder 2">
            <a:extLst>
              <a:ext uri="{FF2B5EF4-FFF2-40B4-BE49-F238E27FC236}">
                <a16:creationId xmlns:a16="http://schemas.microsoft.com/office/drawing/2014/main" id="{52C9134E-4995-E106-CAF6-93950B1E9F4D}"/>
              </a:ext>
            </a:extLst>
          </p:cNvPr>
          <p:cNvSpPr>
            <a:spLocks noGrp="1"/>
          </p:cNvSpPr>
          <p:nvPr>
            <p:ph type="body" idx="1"/>
          </p:nvPr>
        </p:nvSpPr>
        <p:spPr/>
        <p:txBody>
          <a:bodyPr>
            <a:normAutofit fontScale="92500" lnSpcReduction="20000"/>
          </a:bodyPr>
          <a:lstStyle/>
          <a:p>
            <a:endParaRPr lang="en-US"/>
          </a:p>
        </p:txBody>
      </p:sp>
      <p:sp>
        <p:nvSpPr>
          <p:cNvPr id="4" name="Text Placeholder 3">
            <a:extLst>
              <a:ext uri="{FF2B5EF4-FFF2-40B4-BE49-F238E27FC236}">
                <a16:creationId xmlns:a16="http://schemas.microsoft.com/office/drawing/2014/main" id="{93655EFA-BA31-0433-50ED-21DDF8B2A31C}"/>
              </a:ext>
            </a:extLst>
          </p:cNvPr>
          <p:cNvSpPr>
            <a:spLocks noGrp="1"/>
          </p:cNvSpPr>
          <p:nvPr>
            <p:ph type="body" idx="2"/>
          </p:nvPr>
        </p:nvSpPr>
        <p:spPr/>
        <p:txBody>
          <a:bodyPr>
            <a:normAutofit fontScale="92500" lnSpcReduction="20000"/>
          </a:bodyPr>
          <a:lstStyle/>
          <a:p>
            <a:endParaRPr lang="en-US"/>
          </a:p>
        </p:txBody>
      </p:sp>
      <p:pic>
        <p:nvPicPr>
          <p:cNvPr id="6" name="Picture 5">
            <a:extLst>
              <a:ext uri="{FF2B5EF4-FFF2-40B4-BE49-F238E27FC236}">
                <a16:creationId xmlns:a16="http://schemas.microsoft.com/office/drawing/2014/main" id="{C2A36058-04E7-40D9-0127-898D056048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393402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idx="6"/>
          </p:nvPr>
        </p:nvSpPr>
        <p:spPr>
          <a:xfrm>
            <a:off x="1035049" y="1637414"/>
            <a:ext cx="10214198" cy="3525136"/>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fontScale="92500" lnSpcReduction="20000"/>
          </a:bodyPr>
          <a:lstStyle>
            <a:lvl1pPr algn="l">
              <a:defRPr sz="4993">
                <a:solidFill>
                  <a:srgbClr val="20222F"/>
                </a:solidFill>
              </a:defRPr>
            </a:lvl1pPr>
          </a:lstStyle>
          <a:p>
            <a:pPr algn="l"/>
            <a:r>
              <a:rPr sz="4993" b="0" dirty="0">
                <a:solidFill>
                  <a:schemeClr val="bg1"/>
                </a:solidFill>
              </a:rPr>
              <a:t>19 “I will give you the keys of the kingdom of heaven; and whatever you bind on earth shall have been bound in heaven, and whatever you loose on earth shall have been loosed in heaven.”</a:t>
            </a:r>
          </a:p>
        </p:txBody>
      </p:sp>
      <p:sp>
        <p:nvSpPr>
          <p:cNvPr id="3" name="New Shape"/>
          <p:cNvSpPr>
            <a:spLocks noGrp="1"/>
          </p:cNvSpPr>
          <p:nvPr>
            <p:ph type="body" idx="7"/>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Matthew 16:15–19</a:t>
            </a:r>
          </a:p>
        </p:txBody>
      </p:sp>
      <p:sp>
        <p:nvSpPr>
          <p:cNvPr id="4" name="New Shape"/>
          <p:cNvSpPr>
            <a:spLocks noGrp="1"/>
          </p:cNvSpPr>
          <p:nvPr>
            <p:ph type="body" idx="8"/>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3003256"/>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r>
              <a:rPr sz="8000" b="0" dirty="0">
                <a:solidFill>
                  <a:schemeClr val="bg1"/>
                </a:solidFill>
              </a:rPr>
              <a:t>I will uphold the sanctity of the family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49"/>
            <a:ext cx="10426700" cy="3619943"/>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r>
              <a:rPr sz="7200" b="0" dirty="0">
                <a:solidFill>
                  <a:schemeClr val="bg1"/>
                </a:solidFill>
              </a:rPr>
              <a:t>I will live daily with integrity in thought, word, and deed.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49"/>
            <a:ext cx="10426700" cy="3460455"/>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40000" lnSpcReduction="20000"/>
          </a:bodyPr>
          <a:lstStyle>
            <a:lvl1pPr algn="ctr">
              <a:defRPr sz="9613">
                <a:solidFill>
                  <a:srgbClr val="20222F"/>
                </a:solidFill>
              </a:defRPr>
            </a:lvl1pPr>
          </a:lstStyle>
          <a:p>
            <a:pPr algn="ctr"/>
            <a:r>
              <a:rPr sz="9613" b="0" dirty="0">
                <a:solidFill>
                  <a:schemeClr val="bg1"/>
                </a:solidFill>
              </a:rPr>
              <a:t>In the Old Testament, the Hebrew word translated “integrity” means “the condition of being without blemish, completeness, perfection, sincerity, soundness, uprightness, wholeness.” Integrity in the New Testament means “honesty and adherence to a pattern of good works.”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2460994"/>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r>
              <a:rPr sz="9613" b="0" dirty="0">
                <a:solidFill>
                  <a:schemeClr val="bg1"/>
                </a:solidFill>
              </a:rPr>
              <a:t>Relationships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7229D-446A-FC44-34AF-687B652690A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036323B-42AD-7A26-206B-C4316D75221B}"/>
              </a:ext>
            </a:extLst>
          </p:cNvPr>
          <p:cNvSpPr>
            <a:spLocks noGrp="1"/>
          </p:cNvSpPr>
          <p:nvPr>
            <p:ph type="body"/>
          </p:nvPr>
        </p:nvSpPr>
        <p:spPr/>
        <p:txBody>
          <a:bodyPr/>
          <a:lstStyle/>
          <a:p>
            <a:endParaRPr lang="en-US"/>
          </a:p>
        </p:txBody>
      </p:sp>
      <p:sp>
        <p:nvSpPr>
          <p:cNvPr id="3" name="Text Placeholder 2">
            <a:extLst>
              <a:ext uri="{FF2B5EF4-FFF2-40B4-BE49-F238E27FC236}">
                <a16:creationId xmlns:a16="http://schemas.microsoft.com/office/drawing/2014/main" id="{3C6D1C48-47B6-3B6C-29D0-F0D0F9D25F94}"/>
              </a:ext>
            </a:extLst>
          </p:cNvPr>
          <p:cNvSpPr>
            <a:spLocks noGrp="1"/>
          </p:cNvSpPr>
          <p:nvPr>
            <p:ph type="body" idx="1"/>
          </p:nvPr>
        </p:nvSpPr>
        <p:spPr/>
        <p:txBody>
          <a:bodyPr>
            <a:normAutofit fontScale="92500" lnSpcReduction="20000"/>
          </a:bodyPr>
          <a:lstStyle/>
          <a:p>
            <a:endParaRPr lang="en-US"/>
          </a:p>
        </p:txBody>
      </p:sp>
      <p:sp>
        <p:nvSpPr>
          <p:cNvPr id="4" name="Text Placeholder 3">
            <a:extLst>
              <a:ext uri="{FF2B5EF4-FFF2-40B4-BE49-F238E27FC236}">
                <a16:creationId xmlns:a16="http://schemas.microsoft.com/office/drawing/2014/main" id="{24A8D910-7C0A-1C29-BF6E-75D249A41989}"/>
              </a:ext>
            </a:extLst>
          </p:cNvPr>
          <p:cNvSpPr>
            <a:spLocks noGrp="1"/>
          </p:cNvSpPr>
          <p:nvPr>
            <p:ph type="body" idx="2"/>
          </p:nvPr>
        </p:nvSpPr>
        <p:spPr/>
        <p:txBody>
          <a:bodyPr>
            <a:normAutofit fontScale="92500" lnSpcReduction="20000"/>
          </a:bodyPr>
          <a:lstStyle/>
          <a:p>
            <a:endParaRPr lang="en-US"/>
          </a:p>
        </p:txBody>
      </p:sp>
      <p:pic>
        <p:nvPicPr>
          <p:cNvPr id="6" name="Picture 5">
            <a:extLst>
              <a:ext uri="{FF2B5EF4-FFF2-40B4-BE49-F238E27FC236}">
                <a16:creationId xmlns:a16="http://schemas.microsoft.com/office/drawing/2014/main" id="{5EB4E160-FEF2-DA95-05AF-015FF82D4C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5955402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3184008"/>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62500" lnSpcReduction="20000"/>
          </a:bodyPr>
          <a:lstStyle>
            <a:lvl1pPr algn="ctr">
              <a:defRPr sz="9613">
                <a:solidFill>
                  <a:srgbClr val="20222F"/>
                </a:solidFill>
              </a:defRPr>
            </a:lvl1pPr>
          </a:lstStyle>
          <a:p>
            <a:pPr algn="ctr"/>
            <a:r>
              <a:rPr sz="9613" b="0" dirty="0">
                <a:solidFill>
                  <a:schemeClr val="bg1"/>
                </a:solidFill>
              </a:rPr>
              <a:t>I will build and grow each of the four relationships represented in the purpose statement of my church.</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3098948"/>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a:bodyPr>
          <a:lstStyle>
            <a:lvl1pPr algn="ctr">
              <a:defRPr sz="9613">
                <a:solidFill>
                  <a:srgbClr val="20222F"/>
                </a:solidFill>
              </a:defRPr>
            </a:lvl1pPr>
          </a:lstStyle>
          <a:p>
            <a:pPr algn="ctr"/>
            <a:r>
              <a:rPr sz="8800" b="0" dirty="0">
                <a:solidFill>
                  <a:schemeClr val="bg1"/>
                </a:solidFill>
              </a:rPr>
              <a:t>By seeking to love others unconditionally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1626780"/>
            <a:ext cx="9505950" cy="3535769"/>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fontScale="92500" lnSpcReduction="10000"/>
          </a:bodyPr>
          <a:lstStyle>
            <a:lvl1pPr algn="l">
              <a:defRPr sz="4993">
                <a:solidFill>
                  <a:srgbClr val="20222F"/>
                </a:solidFill>
              </a:defRPr>
            </a:lvl1pPr>
          </a:lstStyle>
          <a:p>
            <a:pPr algn="l"/>
            <a:r>
              <a:rPr sz="4993" b="0" dirty="0">
                <a:solidFill>
                  <a:schemeClr val="bg1"/>
                </a:solidFill>
              </a:rPr>
              <a:t>12 “This is My commandment, that you love one another, just as I have loved you. 13 “Greater love has no one than this, that one lay down his life for his friends.</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John 15:12–13</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1626780"/>
            <a:ext cx="9505950" cy="3535769"/>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r>
              <a:rPr sz="4993" b="0" dirty="0">
                <a:solidFill>
                  <a:schemeClr val="bg1"/>
                </a:solidFill>
              </a:rPr>
              <a:t>8 But God demonstrates His own love toward us, in that while we were yet sinners, Christ died for us.</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Romans 5:8</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25499" y="1403498"/>
            <a:ext cx="10414000" cy="3676502"/>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ctr">
            <a:normAutofit/>
          </a:bodyPr>
          <a:lstStyle>
            <a:lvl1pPr algn="l">
              <a:defRPr sz="6813">
                <a:solidFill>
                  <a:srgbClr val="4B4A4A"/>
                </a:solidFill>
              </a:defRPr>
            </a:lvl1pPr>
          </a:lstStyle>
          <a:p>
            <a:pPr algn="l"/>
            <a:r>
              <a:rPr sz="6813" b="0" dirty="0" err="1">
                <a:solidFill>
                  <a:schemeClr val="bg1"/>
                </a:solidFill>
              </a:rPr>
              <a:t>ἁμ</a:t>
            </a:r>
            <a:r>
              <a:rPr sz="6813" b="0" dirty="0">
                <a:solidFill>
                  <a:schemeClr val="bg1"/>
                </a:solidFill>
              </a:rPr>
              <a:t>α</a:t>
            </a:r>
            <a:r>
              <a:rPr sz="6813" b="0" dirty="0" err="1">
                <a:solidFill>
                  <a:schemeClr val="bg1"/>
                </a:solidFill>
              </a:rPr>
              <a:t>ρτωλός</a:t>
            </a:r>
            <a:r>
              <a:rPr sz="6813" b="0" dirty="0">
                <a:solidFill>
                  <a:schemeClr val="bg1"/>
                </a:solidFill>
              </a:rPr>
              <a:t> (</a:t>
            </a:r>
            <a:r>
              <a:rPr sz="6813" b="0" dirty="0" err="1">
                <a:solidFill>
                  <a:schemeClr val="bg1"/>
                </a:solidFill>
              </a:rPr>
              <a:t>hamartōlos</a:t>
            </a:r>
            <a:r>
              <a:rPr sz="6813" b="0" dirty="0">
                <a:solidFill>
                  <a:schemeClr val="bg1"/>
                </a:solidFill>
              </a:rPr>
              <a:t>). adj. sinful. It denotes sinful behavior.</a:t>
            </a:r>
          </a:p>
        </p:txBody>
      </p:sp>
      <p:sp>
        <p:nvSpPr>
          <p:cNvPr id="3" name="New Shape"/>
          <p:cNvSpPr>
            <a:spLocks noGrp="1"/>
          </p:cNvSpPr>
          <p:nvPr>
            <p:ph type="body" idx="1"/>
          </p:nvPr>
        </p:nvSpPr>
        <p:spPr>
          <a:xfrm>
            <a:off x="825499" y="5588000"/>
            <a:ext cx="9398000" cy="673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ctr">
            <a:normAutofit fontScale="77500" lnSpcReduction="20000"/>
          </a:bodyPr>
          <a:lstStyle>
            <a:lvl1pPr algn="l">
              <a:defRPr sz="5786">
                <a:solidFill>
                  <a:srgbClr val="06294B"/>
                </a:solidFill>
              </a:defRPr>
            </a:lvl1pPr>
          </a:lstStyle>
          <a:p>
            <a:pPr algn="l"/>
            <a:r>
              <a:rPr sz="5786" b="0" dirty="0" err="1">
                <a:solidFill>
                  <a:schemeClr val="bg1"/>
                </a:solidFill>
              </a:rPr>
              <a:t>Lexham</a:t>
            </a:r>
            <a:r>
              <a:rPr sz="5786" b="0" dirty="0">
                <a:solidFill>
                  <a:schemeClr val="bg1"/>
                </a:solidFill>
              </a:rPr>
              <a:t> Theological Wordbook</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1690576"/>
            <a:ext cx="10458746" cy="3471973"/>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fontScale="85000" lnSpcReduction="20000"/>
          </a:bodyPr>
          <a:lstStyle>
            <a:lvl1pPr algn="l">
              <a:defRPr sz="4993">
                <a:solidFill>
                  <a:srgbClr val="20222F"/>
                </a:solidFill>
              </a:defRPr>
            </a:lvl1pPr>
          </a:lstStyle>
          <a:p>
            <a:pPr algn="l"/>
            <a:r>
              <a:rPr sz="4993" b="0" dirty="0">
                <a:solidFill>
                  <a:schemeClr val="bg1"/>
                </a:solidFill>
              </a:rPr>
              <a:t>1 And you were dead in your trespasses and sins, 2 in which you formerly walked according to the course of this world, according to the prince of the power of the air, of the spirit that is now working in the sons of disobedience.</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Ephesians 2:1–5</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idx="3"/>
          </p:nvPr>
        </p:nvSpPr>
        <p:spPr>
          <a:xfrm>
            <a:off x="1035049" y="1711842"/>
            <a:ext cx="9505950" cy="3450708"/>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fontScale="77500" lnSpcReduction="20000"/>
          </a:bodyPr>
          <a:lstStyle>
            <a:lvl1pPr algn="l">
              <a:defRPr sz="4993">
                <a:solidFill>
                  <a:srgbClr val="20222F"/>
                </a:solidFill>
              </a:defRPr>
            </a:lvl1pPr>
          </a:lstStyle>
          <a:p>
            <a:pPr algn="l"/>
            <a:r>
              <a:rPr sz="4993" b="0" dirty="0">
                <a:solidFill>
                  <a:schemeClr val="bg1"/>
                </a:solidFill>
              </a:rPr>
              <a:t>3 Among them we too all formerly lived in the lusts of our flesh, indulging the desires of the flesh and of the mind, and were by nature children of wrath, even as the rest. 4 But God, being rich in mercy, because of His great love with which He loved us,</a:t>
            </a:r>
          </a:p>
        </p:txBody>
      </p:sp>
      <p:sp>
        <p:nvSpPr>
          <p:cNvPr id="3" name="New Shape"/>
          <p:cNvSpPr>
            <a:spLocks noGrp="1"/>
          </p:cNvSpPr>
          <p:nvPr>
            <p:ph type="body" idx="4"/>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Ephesians 2:1–5</a:t>
            </a:r>
          </a:p>
        </p:txBody>
      </p:sp>
      <p:sp>
        <p:nvSpPr>
          <p:cNvPr id="4" name="New Shape"/>
          <p:cNvSpPr>
            <a:spLocks noGrp="1"/>
          </p:cNvSpPr>
          <p:nvPr>
            <p:ph type="body" idx="5"/>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22FE0-35D8-4E59-1D80-64EF4FCF311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3A0B3F3-EECF-3244-6BB7-E5942A64FC5A}"/>
              </a:ext>
            </a:extLst>
          </p:cNvPr>
          <p:cNvSpPr>
            <a:spLocks noGrp="1"/>
          </p:cNvSpPr>
          <p:nvPr>
            <p:ph type="body"/>
          </p:nvPr>
        </p:nvSpPr>
        <p:spPr/>
        <p:txBody>
          <a:bodyPr/>
          <a:lstStyle/>
          <a:p>
            <a:endParaRPr lang="en-US"/>
          </a:p>
        </p:txBody>
      </p:sp>
      <p:sp>
        <p:nvSpPr>
          <p:cNvPr id="3" name="Text Placeholder 2">
            <a:extLst>
              <a:ext uri="{FF2B5EF4-FFF2-40B4-BE49-F238E27FC236}">
                <a16:creationId xmlns:a16="http://schemas.microsoft.com/office/drawing/2014/main" id="{8129EB41-DDF5-B16A-1CD2-AFF6DEB521E0}"/>
              </a:ext>
            </a:extLst>
          </p:cNvPr>
          <p:cNvSpPr>
            <a:spLocks noGrp="1"/>
          </p:cNvSpPr>
          <p:nvPr>
            <p:ph type="body" idx="1"/>
          </p:nvPr>
        </p:nvSpPr>
        <p:spPr/>
        <p:txBody>
          <a:bodyPr>
            <a:normAutofit fontScale="92500" lnSpcReduction="20000"/>
          </a:bodyPr>
          <a:lstStyle/>
          <a:p>
            <a:endParaRPr lang="en-US"/>
          </a:p>
        </p:txBody>
      </p:sp>
      <p:sp>
        <p:nvSpPr>
          <p:cNvPr id="4" name="Text Placeholder 3">
            <a:extLst>
              <a:ext uri="{FF2B5EF4-FFF2-40B4-BE49-F238E27FC236}">
                <a16:creationId xmlns:a16="http://schemas.microsoft.com/office/drawing/2014/main" id="{FB1E57E8-D1BE-DD31-571A-9DFB3EF1B277}"/>
              </a:ext>
            </a:extLst>
          </p:cNvPr>
          <p:cNvSpPr>
            <a:spLocks noGrp="1"/>
          </p:cNvSpPr>
          <p:nvPr>
            <p:ph type="body" idx="2"/>
          </p:nvPr>
        </p:nvSpPr>
        <p:spPr/>
        <p:txBody>
          <a:bodyPr>
            <a:normAutofit fontScale="92500" lnSpcReduction="20000"/>
          </a:bodyPr>
          <a:lstStyle/>
          <a:p>
            <a:endParaRPr lang="en-US"/>
          </a:p>
        </p:txBody>
      </p:sp>
      <p:pic>
        <p:nvPicPr>
          <p:cNvPr id="6" name="Picture 5">
            <a:extLst>
              <a:ext uri="{FF2B5EF4-FFF2-40B4-BE49-F238E27FC236}">
                <a16:creationId xmlns:a16="http://schemas.microsoft.com/office/drawing/2014/main" id="{1C000842-54A0-BA1C-72B8-C93EEE84E7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426576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idx="6"/>
          </p:nvPr>
        </p:nvSpPr>
        <p:spPr>
          <a:xfrm>
            <a:off x="1035049" y="1605516"/>
            <a:ext cx="9505950" cy="3557034"/>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r>
              <a:rPr sz="4993" b="0" dirty="0">
                <a:solidFill>
                  <a:schemeClr val="bg1"/>
                </a:solidFill>
              </a:rPr>
              <a:t>5 even when we were dead in our transgressions, made us alive together with Christ (by grace you have been saved),…</a:t>
            </a:r>
          </a:p>
        </p:txBody>
      </p:sp>
      <p:sp>
        <p:nvSpPr>
          <p:cNvPr id="3" name="New Shape"/>
          <p:cNvSpPr>
            <a:spLocks noGrp="1"/>
          </p:cNvSpPr>
          <p:nvPr>
            <p:ph type="body" idx="7"/>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Ephesians 2:1–5</a:t>
            </a:r>
          </a:p>
        </p:txBody>
      </p:sp>
      <p:sp>
        <p:nvSpPr>
          <p:cNvPr id="4" name="New Shape"/>
          <p:cNvSpPr>
            <a:spLocks noGrp="1"/>
          </p:cNvSpPr>
          <p:nvPr>
            <p:ph type="body" idx="8"/>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1839432"/>
            <a:ext cx="9505950" cy="3323117"/>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fontScale="85000" lnSpcReduction="20000"/>
          </a:bodyPr>
          <a:lstStyle>
            <a:lvl1pPr algn="l">
              <a:defRPr sz="4993">
                <a:solidFill>
                  <a:srgbClr val="20222F"/>
                </a:solidFill>
              </a:defRPr>
            </a:lvl1pPr>
          </a:lstStyle>
          <a:p>
            <a:pPr algn="l"/>
            <a:r>
              <a:rPr sz="4993" b="0" dirty="0">
                <a:solidFill>
                  <a:schemeClr val="bg1"/>
                </a:solidFill>
              </a:rPr>
              <a:t>4 Love is patient, love is kind and is not jealous; love does not brag and is not arrogant, 5 does not act unbecomingly; it does not seek its own, is not provoked, does not take into account a wrong suffered,</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1 Corinthians 13:4–7</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idx="3"/>
          </p:nvPr>
        </p:nvSpPr>
        <p:spPr>
          <a:xfrm>
            <a:off x="1035049" y="1605516"/>
            <a:ext cx="9505950" cy="3557034"/>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lnSpcReduction="10000"/>
          </a:bodyPr>
          <a:lstStyle>
            <a:lvl1pPr algn="l">
              <a:defRPr sz="4993">
                <a:solidFill>
                  <a:srgbClr val="20222F"/>
                </a:solidFill>
              </a:defRPr>
            </a:lvl1pPr>
          </a:lstStyle>
          <a:p>
            <a:pPr algn="l"/>
            <a:r>
              <a:rPr sz="4993" b="0" dirty="0">
                <a:solidFill>
                  <a:schemeClr val="bg1"/>
                </a:solidFill>
              </a:rPr>
              <a:t>6 does not rejoice in unrighteousness, but rejoices with the truth; 7 bears all things, believes all things, hopes all things, endures all things.</a:t>
            </a:r>
          </a:p>
        </p:txBody>
      </p:sp>
      <p:sp>
        <p:nvSpPr>
          <p:cNvPr id="3" name="New Shape"/>
          <p:cNvSpPr>
            <a:spLocks noGrp="1"/>
          </p:cNvSpPr>
          <p:nvPr>
            <p:ph type="body" idx="4"/>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1 Corinthians 13:4–7</a:t>
            </a:r>
          </a:p>
        </p:txBody>
      </p:sp>
      <p:sp>
        <p:nvSpPr>
          <p:cNvPr id="4" name="New Shape"/>
          <p:cNvSpPr>
            <a:spLocks noGrp="1"/>
          </p:cNvSpPr>
          <p:nvPr>
            <p:ph type="body" idx="5"/>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302452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77500" lnSpcReduction="20000"/>
          </a:bodyPr>
          <a:lstStyle>
            <a:lvl1pPr algn="ctr">
              <a:defRPr sz="9613">
                <a:solidFill>
                  <a:srgbClr val="20222F"/>
                </a:solidFill>
              </a:defRPr>
            </a:lvl1pPr>
          </a:lstStyle>
          <a:p>
            <a:pPr algn="ctr"/>
            <a:r>
              <a:rPr sz="9613" b="0" dirty="0">
                <a:solidFill>
                  <a:schemeClr val="bg1"/>
                </a:solidFill>
              </a:rPr>
              <a:t>By growing in our faith through learning about God increasingly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1488558"/>
            <a:ext cx="9505950" cy="3673992"/>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fontScale="92500"/>
          </a:bodyPr>
          <a:lstStyle>
            <a:lvl1pPr algn="l">
              <a:defRPr sz="4993">
                <a:solidFill>
                  <a:srgbClr val="20222F"/>
                </a:solidFill>
              </a:defRPr>
            </a:lvl1pPr>
          </a:lstStyle>
          <a:p>
            <a:pPr algn="l"/>
            <a:r>
              <a:rPr sz="4993" b="0" dirty="0">
                <a:solidFill>
                  <a:schemeClr val="bg1"/>
                </a:solidFill>
              </a:rPr>
              <a:t>4 Make me know Your ways, O Lord; Teach me Your paths. 5 Lead me in Your truth and teach me, For You are the God of my salvation; For You I wait all the day.</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Psalm 25:4–5</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50"/>
            <a:ext cx="10426700" cy="302452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70000" lnSpcReduction="20000"/>
          </a:bodyPr>
          <a:lstStyle>
            <a:lvl1pPr algn="ctr">
              <a:defRPr sz="9613">
                <a:solidFill>
                  <a:srgbClr val="20222F"/>
                </a:solidFill>
              </a:defRPr>
            </a:lvl1pPr>
          </a:lstStyle>
          <a:p>
            <a:pPr algn="ctr"/>
            <a:r>
              <a:rPr sz="9613" b="0" dirty="0">
                <a:solidFill>
                  <a:schemeClr val="bg1"/>
                </a:solidFill>
              </a:rPr>
              <a:t>By building up the church though living to share Jesus intentionally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8" y="1573618"/>
            <a:ext cx="10501277" cy="3588931"/>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fontScale="85000" lnSpcReduction="10000"/>
          </a:bodyPr>
          <a:lstStyle>
            <a:lvl1pPr algn="l">
              <a:defRPr sz="4993">
                <a:solidFill>
                  <a:srgbClr val="20222F"/>
                </a:solidFill>
              </a:defRPr>
            </a:lvl1pPr>
          </a:lstStyle>
          <a:p>
            <a:pPr algn="l"/>
            <a:r>
              <a:rPr sz="4993" b="0" dirty="0">
                <a:solidFill>
                  <a:schemeClr val="bg1"/>
                </a:solidFill>
              </a:rPr>
              <a:t>14 Afterward He appeared to the eleven themselves as they were reclining at the table; and He reproached them for their unbelief and hardness of heart, because they had not believed those who had seen Him after He had risen.</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Mark 16:14–15</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idx="3"/>
          </p:nvPr>
        </p:nvSpPr>
        <p:spPr>
          <a:xfrm>
            <a:off x="1035049" y="1562986"/>
            <a:ext cx="9505950" cy="3599564"/>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r>
              <a:rPr sz="4993" b="0" dirty="0">
                <a:solidFill>
                  <a:schemeClr val="bg1"/>
                </a:solidFill>
              </a:rPr>
              <a:t>15 And He said to them, “Go into all the world and preach the gospel to all creation.</a:t>
            </a:r>
          </a:p>
        </p:txBody>
      </p:sp>
      <p:sp>
        <p:nvSpPr>
          <p:cNvPr id="3" name="New Shape"/>
          <p:cNvSpPr>
            <a:spLocks noGrp="1"/>
          </p:cNvSpPr>
          <p:nvPr>
            <p:ph type="body" idx="4"/>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Mark 16:14–15</a:t>
            </a:r>
          </a:p>
        </p:txBody>
      </p:sp>
      <p:sp>
        <p:nvSpPr>
          <p:cNvPr id="4" name="New Shape"/>
          <p:cNvSpPr>
            <a:spLocks noGrp="1"/>
          </p:cNvSpPr>
          <p:nvPr>
            <p:ph type="body" idx="5"/>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25499" y="1658678"/>
            <a:ext cx="10414000" cy="3421321"/>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ctr">
            <a:normAutofit fontScale="92500" lnSpcReduction="20000"/>
          </a:bodyPr>
          <a:lstStyle>
            <a:lvl1pPr algn="l">
              <a:defRPr sz="6813">
                <a:solidFill>
                  <a:srgbClr val="4B4A4A"/>
                </a:solidFill>
              </a:defRPr>
            </a:lvl1pPr>
          </a:lstStyle>
          <a:p>
            <a:pPr algn="l"/>
            <a:r>
              <a:rPr sz="6813" b="0" dirty="0" err="1">
                <a:solidFill>
                  <a:schemeClr val="bg1"/>
                </a:solidFill>
              </a:rPr>
              <a:t>κήρυσσω</a:t>
            </a:r>
            <a:r>
              <a:rPr sz="6813" b="0" dirty="0">
                <a:solidFill>
                  <a:schemeClr val="bg1"/>
                </a:solidFill>
              </a:rPr>
              <a:t> (</a:t>
            </a:r>
            <a:r>
              <a:rPr sz="6813" b="0" dirty="0" err="1">
                <a:solidFill>
                  <a:schemeClr val="bg1"/>
                </a:solidFill>
              </a:rPr>
              <a:t>kēryssō</a:t>
            </a:r>
            <a:r>
              <a:rPr sz="6813" b="0" dirty="0">
                <a:solidFill>
                  <a:schemeClr val="bg1"/>
                </a:solidFill>
              </a:rPr>
              <a:t>). vb. to preach or proclaim. Refers to publicly preaching or proclaiming a message.</a:t>
            </a:r>
          </a:p>
        </p:txBody>
      </p:sp>
      <p:sp>
        <p:nvSpPr>
          <p:cNvPr id="3" name="New Shape"/>
          <p:cNvSpPr>
            <a:spLocks noGrp="1"/>
          </p:cNvSpPr>
          <p:nvPr>
            <p:ph type="body" idx="1"/>
          </p:nvPr>
        </p:nvSpPr>
        <p:spPr>
          <a:xfrm>
            <a:off x="825499" y="5588000"/>
            <a:ext cx="9398000" cy="6731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ctr">
            <a:normAutofit fontScale="77500" lnSpcReduction="20000"/>
          </a:bodyPr>
          <a:lstStyle>
            <a:lvl1pPr algn="l">
              <a:defRPr sz="5786">
                <a:solidFill>
                  <a:srgbClr val="06294B"/>
                </a:solidFill>
              </a:defRPr>
            </a:lvl1pPr>
          </a:lstStyle>
          <a:p>
            <a:pPr algn="l"/>
            <a:r>
              <a:rPr sz="5786" b="0" dirty="0" err="1">
                <a:solidFill>
                  <a:schemeClr val="bg1"/>
                </a:solidFill>
              </a:rPr>
              <a:t>Lexham</a:t>
            </a:r>
            <a:r>
              <a:rPr sz="5786" b="0" dirty="0">
                <a:solidFill>
                  <a:schemeClr val="bg1"/>
                </a:solidFill>
              </a:rPr>
              <a:t> Theological Wordbook</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648047"/>
            <a:ext cx="10426700" cy="3795823"/>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ctr">
              <a:defRPr sz="9613">
                <a:solidFill>
                  <a:srgbClr val="20222F"/>
                </a:solidFill>
              </a:defRPr>
            </a:lvl1pPr>
          </a:lstStyle>
          <a:p>
            <a:pPr algn="ctr"/>
            <a:r>
              <a:rPr sz="6000" b="0" dirty="0">
                <a:solidFill>
                  <a:schemeClr val="bg1"/>
                </a:solidFill>
              </a:rPr>
              <a:t>By expanding the kingdom of God though leading others to Christ continually</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C4A6E-BB5E-C254-7AA5-086647300F8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33C9057-27A5-6101-A482-C548F003F445}"/>
              </a:ext>
            </a:extLst>
          </p:cNvPr>
          <p:cNvSpPr>
            <a:spLocks noGrp="1"/>
          </p:cNvSpPr>
          <p:nvPr>
            <p:ph type="body"/>
          </p:nvPr>
        </p:nvSpPr>
        <p:spPr/>
        <p:txBody>
          <a:bodyPr/>
          <a:lstStyle/>
          <a:p>
            <a:endParaRPr lang="en-US"/>
          </a:p>
        </p:txBody>
      </p:sp>
      <p:sp>
        <p:nvSpPr>
          <p:cNvPr id="3" name="Text Placeholder 2">
            <a:extLst>
              <a:ext uri="{FF2B5EF4-FFF2-40B4-BE49-F238E27FC236}">
                <a16:creationId xmlns:a16="http://schemas.microsoft.com/office/drawing/2014/main" id="{CD1173E6-E430-525E-5B41-F508C6BF1C1E}"/>
              </a:ext>
            </a:extLst>
          </p:cNvPr>
          <p:cNvSpPr>
            <a:spLocks noGrp="1"/>
          </p:cNvSpPr>
          <p:nvPr>
            <p:ph type="body" idx="1"/>
          </p:nvPr>
        </p:nvSpPr>
        <p:spPr/>
        <p:txBody>
          <a:bodyPr>
            <a:normAutofit fontScale="92500" lnSpcReduction="20000"/>
          </a:bodyPr>
          <a:lstStyle/>
          <a:p>
            <a:endParaRPr lang="en-US"/>
          </a:p>
        </p:txBody>
      </p:sp>
      <p:sp>
        <p:nvSpPr>
          <p:cNvPr id="4" name="Text Placeholder 3">
            <a:extLst>
              <a:ext uri="{FF2B5EF4-FFF2-40B4-BE49-F238E27FC236}">
                <a16:creationId xmlns:a16="http://schemas.microsoft.com/office/drawing/2014/main" id="{BE610395-6535-15CF-5D92-796F50E2E8BB}"/>
              </a:ext>
            </a:extLst>
          </p:cNvPr>
          <p:cNvSpPr>
            <a:spLocks noGrp="1"/>
          </p:cNvSpPr>
          <p:nvPr>
            <p:ph type="body" idx="2"/>
          </p:nvPr>
        </p:nvSpPr>
        <p:spPr/>
        <p:txBody>
          <a:bodyPr>
            <a:normAutofit fontScale="92500" lnSpcReduction="20000"/>
          </a:bodyPr>
          <a:lstStyle/>
          <a:p>
            <a:endParaRPr lang="en-US"/>
          </a:p>
        </p:txBody>
      </p:sp>
      <p:pic>
        <p:nvPicPr>
          <p:cNvPr id="6" name="Picture 5">
            <a:extLst>
              <a:ext uri="{FF2B5EF4-FFF2-40B4-BE49-F238E27FC236}">
                <a16:creationId xmlns:a16="http://schemas.microsoft.com/office/drawing/2014/main" id="{EBEFD882-B696-86DB-7F37-A39E4F842E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6338549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8" y="1711842"/>
            <a:ext cx="10820253" cy="3450708"/>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fontScale="85000" lnSpcReduction="20000"/>
          </a:bodyPr>
          <a:lstStyle>
            <a:lvl1pPr algn="l">
              <a:defRPr sz="4993">
                <a:solidFill>
                  <a:srgbClr val="20222F"/>
                </a:solidFill>
              </a:defRPr>
            </a:lvl1pPr>
          </a:lstStyle>
          <a:p>
            <a:pPr algn="l"/>
            <a:r>
              <a:rPr sz="4993" b="0" dirty="0">
                <a:solidFill>
                  <a:schemeClr val="bg1"/>
                </a:solidFill>
              </a:rPr>
              <a:t>18 And Jesus came up and spoke to them, saying, “All authority has been given to Me in heaven and on earth. 19 “Go therefore and make disciples of all the nations, baptizing them in the name of the Father and the Son and the Holy Spirit,</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Matthew 28:18–20</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idx="3"/>
          </p:nvPr>
        </p:nvSpPr>
        <p:spPr>
          <a:xfrm>
            <a:off x="1035049" y="1488558"/>
            <a:ext cx="9505950" cy="3673992"/>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r>
              <a:rPr sz="4993" b="0" dirty="0">
                <a:solidFill>
                  <a:schemeClr val="bg1"/>
                </a:solidFill>
              </a:rPr>
              <a:t>20 teaching them to observe all that I commanded you; and lo, I am with you always, even to the end of the age.”</a:t>
            </a:r>
          </a:p>
        </p:txBody>
      </p:sp>
      <p:sp>
        <p:nvSpPr>
          <p:cNvPr id="3" name="New Shape"/>
          <p:cNvSpPr>
            <a:spLocks noGrp="1"/>
          </p:cNvSpPr>
          <p:nvPr>
            <p:ph type="body" idx="4"/>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Matthew 28:18–20</a:t>
            </a:r>
          </a:p>
        </p:txBody>
      </p:sp>
      <p:sp>
        <p:nvSpPr>
          <p:cNvPr id="4" name="New Shape"/>
          <p:cNvSpPr>
            <a:spLocks noGrp="1"/>
          </p:cNvSpPr>
          <p:nvPr>
            <p:ph type="body" idx="5"/>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882649" y="1962149"/>
            <a:ext cx="10426700" cy="3056417"/>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47500" lnSpcReduction="20000"/>
          </a:bodyPr>
          <a:lstStyle>
            <a:lvl1pPr algn="ctr">
              <a:defRPr sz="9613">
                <a:solidFill>
                  <a:srgbClr val="20222F"/>
                </a:solidFill>
              </a:defRPr>
            </a:lvl1pPr>
          </a:lstStyle>
          <a:p>
            <a:pPr algn="ctr"/>
            <a:r>
              <a:rPr sz="9613" b="0" dirty="0">
                <a:solidFill>
                  <a:schemeClr val="bg1"/>
                </a:solidFill>
              </a:rPr>
              <a:t>by loving others unconditionally, learning about God increasingly, living to share Jesus intentionally and leading others to Christ continually in Lebanon, TN and throughout the whole world.</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p:nvPr>
        </p:nvSpPr>
        <p:spPr>
          <a:xfrm>
            <a:off x="1035049" y="1562986"/>
            <a:ext cx="9505950" cy="3599564"/>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a:bodyPr>
          <a:lstStyle>
            <a:lvl1pPr algn="l">
              <a:defRPr sz="4993">
                <a:solidFill>
                  <a:srgbClr val="20222F"/>
                </a:solidFill>
              </a:defRPr>
            </a:lvl1pPr>
          </a:lstStyle>
          <a:p>
            <a:pPr algn="l"/>
            <a:r>
              <a:rPr sz="4993" b="0" dirty="0">
                <a:solidFill>
                  <a:schemeClr val="bg1"/>
                </a:solidFill>
              </a:rPr>
              <a:t>13 for “Whoever will call on the name of the Lord will be saved.”</a:t>
            </a:r>
          </a:p>
        </p:txBody>
      </p:sp>
      <p:sp>
        <p:nvSpPr>
          <p:cNvPr id="3" name="New Shape"/>
          <p:cNvSpPr>
            <a:spLocks noGrp="1"/>
          </p:cNvSpPr>
          <p:nvPr>
            <p:ph type="body" idx="1"/>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Romans 10:13–15</a:t>
            </a:r>
          </a:p>
        </p:txBody>
      </p:sp>
      <p:sp>
        <p:nvSpPr>
          <p:cNvPr id="4" name="New Shape"/>
          <p:cNvSpPr>
            <a:spLocks noGrp="1"/>
          </p:cNvSpPr>
          <p:nvPr>
            <p:ph type="body" idx="2"/>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idx="3"/>
          </p:nvPr>
        </p:nvSpPr>
        <p:spPr>
          <a:xfrm>
            <a:off x="1035049" y="1616148"/>
            <a:ext cx="9505950" cy="3546401"/>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fontScale="92500" lnSpcReduction="10000"/>
          </a:bodyPr>
          <a:lstStyle>
            <a:lvl1pPr algn="l">
              <a:defRPr sz="4993">
                <a:solidFill>
                  <a:srgbClr val="20222F"/>
                </a:solidFill>
              </a:defRPr>
            </a:lvl1pPr>
          </a:lstStyle>
          <a:p>
            <a:pPr algn="l"/>
            <a:r>
              <a:rPr sz="4993" b="0" dirty="0">
                <a:solidFill>
                  <a:schemeClr val="bg1"/>
                </a:solidFill>
              </a:rPr>
              <a:t>14 How then will they call on Him in whom they have not believed? How will they believe in Him whom they have not heard? And how will they hear without a preacher?</a:t>
            </a:r>
          </a:p>
        </p:txBody>
      </p:sp>
      <p:sp>
        <p:nvSpPr>
          <p:cNvPr id="3" name="New Shape"/>
          <p:cNvSpPr>
            <a:spLocks noGrp="1"/>
          </p:cNvSpPr>
          <p:nvPr>
            <p:ph type="body" idx="4"/>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Romans 10:13–15</a:t>
            </a:r>
          </a:p>
        </p:txBody>
      </p:sp>
      <p:sp>
        <p:nvSpPr>
          <p:cNvPr id="4" name="New Shape"/>
          <p:cNvSpPr>
            <a:spLocks noGrp="1"/>
          </p:cNvSpPr>
          <p:nvPr>
            <p:ph type="body" idx="5"/>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a:blip r:embed="rId2"/>
          <a:stretch/>
        </a:blipFill>
        <a:effectLst/>
      </p:bgPr>
    </p:bg>
    <p:spTree>
      <p:nvGrpSpPr>
        <p:cNvPr id="1" name=""/>
        <p:cNvGrpSpPr/>
        <p:nvPr/>
      </p:nvGrpSpPr>
      <p:grpSpPr>
        <a:xfrm>
          <a:off x="0" y="0"/>
          <a:ext cx="0" cy="0"/>
          <a:chOff x="0" y="0"/>
          <a:chExt cx="0" cy="0"/>
        </a:xfrm>
      </p:grpSpPr>
      <p:sp>
        <p:nvSpPr>
          <p:cNvPr id="2" name="New Shape"/>
          <p:cNvSpPr>
            <a:spLocks noGrp="1"/>
          </p:cNvSpPr>
          <p:nvPr>
            <p:ph type="body" idx="6"/>
          </p:nvPr>
        </p:nvSpPr>
        <p:spPr>
          <a:xfrm>
            <a:off x="1035049" y="1520456"/>
            <a:ext cx="9505950" cy="3642094"/>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t">
            <a:normAutofit lnSpcReduction="10000"/>
          </a:bodyPr>
          <a:lstStyle>
            <a:lvl1pPr algn="l">
              <a:defRPr sz="4993">
                <a:solidFill>
                  <a:srgbClr val="20222F"/>
                </a:solidFill>
              </a:defRPr>
            </a:lvl1pPr>
          </a:lstStyle>
          <a:p>
            <a:pPr algn="l"/>
            <a:r>
              <a:rPr sz="4993" b="0" dirty="0">
                <a:solidFill>
                  <a:schemeClr val="bg1"/>
                </a:solidFill>
              </a:rPr>
              <a:t>15 How will they preach unless they are sent? Just as it is written, “How beautiful are the feet of those who bring good news of good things!”</a:t>
            </a:r>
          </a:p>
        </p:txBody>
      </p:sp>
      <p:sp>
        <p:nvSpPr>
          <p:cNvPr id="3" name="New Shape"/>
          <p:cNvSpPr>
            <a:spLocks noGrp="1"/>
          </p:cNvSpPr>
          <p:nvPr>
            <p:ph type="body" idx="7"/>
          </p:nvPr>
        </p:nvSpPr>
        <p:spPr>
          <a:xfrm>
            <a:off x="1015999" y="5460999"/>
            <a:ext cx="7620000" cy="65405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fontScale="92500" lnSpcReduction="20000"/>
          </a:bodyPr>
          <a:lstStyle>
            <a:lvl1pPr algn="l">
              <a:defRPr sz="4900">
                <a:solidFill>
                  <a:srgbClr val="20222F"/>
                </a:solidFill>
              </a:defRPr>
            </a:lvl1pPr>
          </a:lstStyle>
          <a:p>
            <a:pPr algn="l"/>
            <a:r>
              <a:rPr sz="4900" b="0" dirty="0">
                <a:solidFill>
                  <a:schemeClr val="bg1"/>
                </a:solidFill>
              </a:rPr>
              <a:t>Romans 10:13–15</a:t>
            </a:r>
          </a:p>
        </p:txBody>
      </p:sp>
      <p:sp>
        <p:nvSpPr>
          <p:cNvPr id="4" name="New Shape"/>
          <p:cNvSpPr>
            <a:spLocks noGrp="1"/>
          </p:cNvSpPr>
          <p:nvPr>
            <p:ph type="body" idx="8"/>
          </p:nvPr>
        </p:nvSpPr>
        <p:spPr>
          <a:xfrm>
            <a:off x="9017000" y="5524500"/>
            <a:ext cx="1333500" cy="571500"/>
          </a:xfrm>
          <a:prstGeom prst="rect">
            <a:avLst/>
          </a:prstGeom>
          <a:noFill/>
          <a:ln cmpd="sng">
            <a:noFill/>
          </a:ln>
        </p:spPr>
        <p:style>
          <a:lnRef idx="2">
            <a:schemeClr val="accent1">
              <a:shade val="50000"/>
            </a:schemeClr>
          </a:lnRef>
          <a:fillRef idx="1">
            <a:schemeClr val="accent1">
              <a:shade val="50000"/>
            </a:schemeClr>
          </a:fillRef>
          <a:effectRef idx="0">
            <a:schemeClr val="accent1">
              <a:shade val="50000"/>
            </a:schemeClr>
          </a:effectRef>
          <a:fontRef idx="major">
            <a:schemeClr val="lt1"/>
          </a:fontRef>
        </p:style>
        <p:txBody>
          <a:bodyPr anchor="b">
            <a:normAutofit/>
          </a:bodyPr>
          <a:lstStyle>
            <a:lvl1pPr algn="r">
              <a:defRPr sz="4200">
                <a:solidFill>
                  <a:srgbClr val="20222F"/>
                </a:solidFill>
              </a:defRPr>
            </a:lvl1pPr>
          </a:lstStyle>
          <a:p>
            <a:pPr algn="r"/>
            <a:r>
              <a:rPr sz="4200" b="0">
                <a:solidFill>
                  <a:srgbClr val="20222F"/>
                </a:solidFill>
              </a:rPr>
              <a:t>NASB95</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D6BAD6C-4CB2-CE2A-0071-97CEF569BD89}"/>
              </a:ext>
            </a:extLst>
          </p:cNvPr>
          <p:cNvSpPr>
            <a:spLocks noGrp="1"/>
          </p:cNvSpPr>
          <p:nvPr>
            <p:ph type="body"/>
          </p:nvPr>
        </p:nvSpPr>
        <p:spPr/>
        <p:txBody>
          <a:bodyPr/>
          <a:lstStyle/>
          <a:p>
            <a:endParaRPr lang="en-US"/>
          </a:p>
        </p:txBody>
      </p:sp>
      <p:sp>
        <p:nvSpPr>
          <p:cNvPr id="3" name="Text Placeholder 2">
            <a:extLst>
              <a:ext uri="{FF2B5EF4-FFF2-40B4-BE49-F238E27FC236}">
                <a16:creationId xmlns:a16="http://schemas.microsoft.com/office/drawing/2014/main" id="{EE813F7E-3123-1E12-61D5-485E8D550930}"/>
              </a:ext>
            </a:extLst>
          </p:cNvPr>
          <p:cNvSpPr>
            <a:spLocks noGrp="1"/>
          </p:cNvSpPr>
          <p:nvPr>
            <p:ph type="body" idx="1"/>
          </p:nvPr>
        </p:nvSpPr>
        <p:spPr/>
        <p:txBody>
          <a:bodyPr/>
          <a:lstStyle/>
          <a:p>
            <a:endParaRPr lang="en-US"/>
          </a:p>
        </p:txBody>
      </p:sp>
      <p:sp>
        <p:nvSpPr>
          <p:cNvPr id="4" name="Text Placeholder 3">
            <a:extLst>
              <a:ext uri="{FF2B5EF4-FFF2-40B4-BE49-F238E27FC236}">
                <a16:creationId xmlns:a16="http://schemas.microsoft.com/office/drawing/2014/main" id="{0E195CBA-4984-4EE1-746E-6D9EFFA5BA75}"/>
              </a:ext>
            </a:extLst>
          </p:cNvPr>
          <p:cNvSpPr>
            <a:spLocks noGrp="1"/>
          </p:cNvSpPr>
          <p:nvPr>
            <p:ph type="body" idx="2"/>
          </p:nvPr>
        </p:nvSpPr>
        <p:spPr/>
        <p:txBody>
          <a:bodyPr/>
          <a:lstStyle/>
          <a:p>
            <a:endParaRPr lang="en-US"/>
          </a:p>
        </p:txBody>
      </p:sp>
      <p:pic>
        <p:nvPicPr>
          <p:cNvPr id="6" name="Picture 5">
            <a:extLst>
              <a:ext uri="{FF2B5EF4-FFF2-40B4-BE49-F238E27FC236}">
                <a16:creationId xmlns:a16="http://schemas.microsoft.com/office/drawing/2014/main" id="{76BB8BFF-0094-5803-6EF3-788033B457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1101970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
        <a:ea typeface=""/>
        <a:cs typeface=""/>
      </a:majorFont>
      <a:minorFont>
        <a:latin typeface=""/>
        <a:ea typeface=""/>
        <a:cs typeface=""/>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noFill/>
        <a:pattFill/>
        <a:grpFill/>
      </a:fillStyleLst>
      <a:lnStyleLst>
        <a:ln w="9525" cap="flat" cmpd="sng" algn="ctr">
          <a:solidFill>
            <a:schemeClr val="phClr">
              <a:shade val="95000"/>
              <a:satMod val="105000"/>
            </a:schemeClr>
          </a:solidFill>
          <a:prstDash val="solid"/>
        </a:ln>
        <a:ln w="9525" cap="flat" cmpd="sng" algn="ctr">
          <a:solidFill>
            <a:schemeClr val="phClr">
              <a:shade val="95000"/>
              <a:satMod val="105000"/>
            </a:schemeClr>
          </a:solidFill>
          <a:prstDash val="solid"/>
        </a:ln>
        <a:ln w="9525" cap="flat" cmpd="sng" algn="ctr">
          <a:solidFill>
            <a:schemeClr val="phClr">
              <a:shade val="95000"/>
              <a:satMod val="105000"/>
            </a:scheme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0000" dir="5400000" rotWithShape="0">
              <a:srgbClr val="000000">
                <a:alpha val="38000"/>
              </a:srgbClr>
            </a:outerShdw>
          </a:effectLst>
        </a:effectStyle>
        <a:effectStyle>
          <a:effectLst>
            <a:outerShdw blurRad="40000" dist="20000" dir="5400000" rotWithShape="0">
              <a:srgbClr val="000000">
                <a:alpha val="38000"/>
              </a:srgbClr>
            </a:outerShdw>
          </a:effectLst>
        </a:effectStyle>
      </a:effectStyleLst>
      <a:bgFillStyleLst>
        <a:solidFill>
          <a:schemeClr val="phClr"/>
        </a:solidFill>
        <a:gradFill>
          <a:gsLst>
            <a:gs pos="0">
              <a:schemeClr val="phClr">
                <a:tint val="50000"/>
                <a:satMod val="300000"/>
              </a:schemeClr>
            </a:gs>
            <a:gs pos="0">
              <a:schemeClr val="phClr">
                <a:tint val="50000"/>
                <a:satMod val="300000"/>
              </a:schemeClr>
            </a:gs>
            <a:gs pos="0">
              <a:schemeClr val="phClr">
                <a:tint val="50000"/>
                <a:satMod val="300000"/>
              </a:schemeClr>
            </a:gs>
          </a:gsLst>
          <a:lin ang="16200000" scaled="1"/>
        </a:gradFill>
        <a:gradFill>
          <a:gsLst>
            <a:gs pos="0">
              <a:schemeClr val="phClr">
                <a:tint val="50000"/>
                <a:satMod val="300000"/>
              </a:schemeClr>
            </a:gs>
            <a:gs pos="0">
              <a:schemeClr val="phClr">
                <a:tint val="50000"/>
                <a:satMod val="300000"/>
              </a:schemeClr>
            </a:gs>
          </a:gsLst>
          <a:lin ang="16200000" scaled="1"/>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1009</Words>
  <Application>Microsoft Macintosh PowerPoint</Application>
  <PresentationFormat>Widescreen</PresentationFormat>
  <Paragraphs>71</Paragraphs>
  <Slides>39</Slides>
  <Notes>0</Notes>
  <HiddenSlides>0</HiddenSlides>
  <MMClips>0</MMClip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Jacob Lannom</cp:lastModifiedBy>
  <cp:revision>2</cp:revision>
  <dcterms:modified xsi:type="dcterms:W3CDTF">2026-09-20T12:57:59Z</dcterms:modified>
</cp:coreProperties>
</file>