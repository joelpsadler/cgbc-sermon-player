
<file path=[Content_Types].xml><?xml version="1.0" encoding="utf-8"?>
<Types xmlns="http://schemas.openxmlformats.org/package/2006/content-types">
  <Default Extension="bmp" ContentType="image/bmp"/>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58" r:id="rId3"/>
    <p:sldId id="259" r:id="rId4"/>
    <p:sldId id="283" r:id="rId5"/>
    <p:sldId id="260" r:id="rId6"/>
    <p:sldId id="261" r:id="rId7"/>
    <p:sldId id="262" r:id="rId8"/>
    <p:sldId id="263" r:id="rId9"/>
    <p:sldId id="284" r:id="rId10"/>
    <p:sldId id="264" r:id="rId11"/>
    <p:sldId id="265" r:id="rId12"/>
    <p:sldId id="266" r:id="rId13"/>
    <p:sldId id="267" r:id="rId14"/>
    <p:sldId id="268" r:id="rId15"/>
    <p:sldId id="285" r:id="rId16"/>
    <p:sldId id="269" r:id="rId17"/>
    <p:sldId id="270" r:id="rId18"/>
    <p:sldId id="271" r:id="rId19"/>
    <p:sldId id="286" r:id="rId20"/>
    <p:sldId id="272" r:id="rId21"/>
    <p:sldId id="273" r:id="rId22"/>
    <p:sldId id="274" r:id="rId23"/>
    <p:sldId id="287" r:id="rId24"/>
    <p:sldId id="275" r:id="rId25"/>
    <p:sldId id="276" r:id="rId26"/>
    <p:sldId id="288" r:id="rId27"/>
    <p:sldId id="277" r:id="rId28"/>
    <p:sldId id="278" r:id="rId29"/>
    <p:sldId id="279" r:id="rId30"/>
    <p:sldId id="280" r:id="rId31"/>
    <p:sldId id="281" r:id="rId32"/>
    <p:sldId id="289" r:id="rId33"/>
    <p:sldId id="282" r:id="rId34"/>
  </p:sldIdLst>
  <p:sldSz cx="12192000" cy="6858000"/>
  <p:notesSz cx="12192000" cy="6858000"/>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58C680-4377-1543-BFEC-BF7B0A0989AA}" v="3" dt="2026-10-02T12:57:05.9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06" d="100"/>
          <a:sy n="106" d="100"/>
        </p:scale>
        <p:origin x="1336"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9000" y="1905000"/>
            <a:ext cx="10414000" cy="13208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7420">
                <a:solidFill>
                  <a:srgbClr val="20222F"/>
                </a:solidFill>
              </a:defRPr>
            </a:lvl1pPr>
          </a:lstStyle>
          <a:p>
            <a:pPr algn="ctr"/>
            <a:endParaRPr/>
          </a:p>
        </p:txBody>
      </p:sp>
      <p:sp>
        <p:nvSpPr>
          <p:cNvPr id="3" name="New Shape"/>
          <p:cNvSpPr>
            <a:spLocks noGrp="1"/>
          </p:cNvSpPr>
          <p:nvPr>
            <p:ph type="body" idx="1"/>
          </p:nvPr>
        </p:nvSpPr>
        <p:spPr>
          <a:xfrm>
            <a:off x="889000" y="3238500"/>
            <a:ext cx="10414000" cy="825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ctr">
            <a:normAutofit/>
          </a:bodyPr>
          <a:lstStyle>
            <a:lvl1pPr algn="ctr">
              <a:defRPr sz="5600">
                <a:solidFill>
                  <a:srgbClr val="20222F"/>
                </a:solidFill>
              </a:defRPr>
            </a:lvl1pPr>
          </a:lstStyle>
          <a:p>
            <a:pPr algn="ctr"/>
            <a:endParaRPr/>
          </a:p>
        </p:txBody>
      </p:sp>
      <p:sp>
        <p:nvSpPr>
          <p:cNvPr id="4" name="New Shape"/>
          <p:cNvSpPr>
            <a:spLocks noGrp="1"/>
          </p:cNvSpPr>
          <p:nvPr>
            <p:ph type="body" idx="2"/>
          </p:nvPr>
        </p:nvSpPr>
        <p:spPr>
          <a:xfrm>
            <a:off x="882649" y="4191000"/>
            <a:ext cx="10426700" cy="6667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ctr">
            <a:normAutofit/>
          </a:bodyPr>
          <a:lstStyle>
            <a:lvl1pPr algn="ctr">
              <a:defRPr sz="5600">
                <a:solidFill>
                  <a:srgbClr val="20222F"/>
                </a:solidFill>
              </a:defRPr>
            </a:lvl1pP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25499" y="762000"/>
            <a:ext cx="10414000" cy="43180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ctr">
            <a:normAutofit/>
          </a:bodyPr>
          <a:lstStyle>
            <a:lvl1pPr algn="l">
              <a:defRPr sz="6813">
                <a:solidFill>
                  <a:srgbClr val="4B4A4A"/>
                </a:solidFill>
              </a:defRPr>
            </a:lvl1pPr>
          </a:lstStyle>
          <a:p>
            <a:pPr algn="l"/>
            <a:endParaRPr/>
          </a:p>
        </p:txBody>
      </p:sp>
      <p:sp>
        <p:nvSpPr>
          <p:cNvPr id="3" name="New Shape"/>
          <p:cNvSpPr>
            <a:spLocks noGrp="1"/>
          </p:cNvSpPr>
          <p:nvPr>
            <p:ph type="body" idx="1"/>
          </p:nvPr>
        </p:nvSpPr>
        <p:spPr>
          <a:xfrm>
            <a:off x="825499" y="5588000"/>
            <a:ext cx="9398000" cy="673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ctr">
            <a:normAutofit/>
          </a:bodyPr>
          <a:lstStyle>
            <a:lvl1pPr algn="l">
              <a:defRPr sz="5786">
                <a:solidFill>
                  <a:srgbClr val="06294B"/>
                </a:solidFill>
              </a:defRPr>
            </a:lvl1pPr>
          </a:lstStyle>
          <a:p>
            <a:pPr algn="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25499" y="762000"/>
            <a:ext cx="10414000" cy="43180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ctr">
            <a:normAutofit/>
          </a:bodyPr>
          <a:lstStyle>
            <a:lvl1pPr algn="l">
              <a:defRPr sz="6813">
                <a:solidFill>
                  <a:srgbClr val="4B4A4A"/>
                </a:solidFill>
              </a:defRPr>
            </a:lvl1pPr>
          </a:lstStyle>
          <a:p>
            <a:pPr algn="l"/>
            <a:endParaRPr/>
          </a:p>
        </p:txBody>
      </p:sp>
      <p:sp>
        <p:nvSpPr>
          <p:cNvPr id="3" name="New Shape"/>
          <p:cNvSpPr>
            <a:spLocks noGrp="1"/>
          </p:cNvSpPr>
          <p:nvPr>
            <p:ph type="body" idx="1"/>
          </p:nvPr>
        </p:nvSpPr>
        <p:spPr>
          <a:xfrm>
            <a:off x="825499" y="5588000"/>
            <a:ext cx="9398000" cy="673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ctr">
            <a:normAutofit/>
          </a:bodyPr>
          <a:lstStyle>
            <a:lvl1pPr algn="l">
              <a:defRPr sz="5786">
                <a:solidFill>
                  <a:srgbClr val="06294B"/>
                </a:solidFill>
              </a:defRPr>
            </a:lvl1pPr>
          </a:lstStyle>
          <a:p>
            <a:pPr algn="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jpe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 Master">
    <p:bg>
      <p:bgRef idx="1001">
        <a:schemeClr val="bg1"/>
      </p:bgRef>
    </p:bg>
    <p:spTree>
      <p:nvGrpSpPr>
        <p:cNvPr id="1" name=""/>
        <p:cNvGrpSpPr/>
        <p:nvPr/>
      </p:nvGrpSpPr>
      <p:grpSpPr>
        <a:xfrm>
          <a:off x="0" y="0"/>
          <a:ext cx="0" cy="0"/>
          <a:chOff x="0" y="0"/>
          <a:chExt cx="0" cy="0"/>
        </a:xfrm>
      </p:grpSpPr>
      <p:pic>
        <p:nvPicPr>
          <p:cNvPr id="3" name="Picture 2" descr="A cross on a rock&#10;&#10;AI-generated content may be incorrect.">
            <a:extLst>
              <a:ext uri="{FF2B5EF4-FFF2-40B4-BE49-F238E27FC236}">
                <a16:creationId xmlns:a16="http://schemas.microsoft.com/office/drawing/2014/main" id="{D8C842A3-6298-D9FA-0068-ADE09C81028E}"/>
              </a:ext>
            </a:extLst>
          </p:cNvPr>
          <p:cNvPicPr>
            <a:picLocks noChangeAspect="1"/>
          </p:cNvPicPr>
          <p:nvPr userDrawn="1"/>
        </p:nvPicPr>
        <p:blipFill>
          <a:blip r:embed="rId26">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txStyles>
    <p:titleStyle/>
    <p:bodyStyle/>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bmp"/><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9000" y="1905000"/>
            <a:ext cx="10414000" cy="13208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77500" lnSpcReduction="20000"/>
          </a:bodyPr>
          <a:lstStyle>
            <a:lvl1pPr algn="ctr">
              <a:defRPr sz="7420">
                <a:solidFill>
                  <a:srgbClr val="20222F"/>
                </a:solidFill>
              </a:defRPr>
            </a:lvl1pPr>
          </a:lstStyle>
          <a:p>
            <a:pPr algn="ctr"/>
            <a:r>
              <a:rPr sz="7420" b="0" dirty="0">
                <a:solidFill>
                  <a:srgbClr val="20222F"/>
                </a:solidFill>
              </a:rPr>
              <a:t>Upon This Rock (Core Values)</a:t>
            </a:r>
          </a:p>
        </p:txBody>
      </p:sp>
      <p:sp>
        <p:nvSpPr>
          <p:cNvPr id="3" name="New Shape"/>
          <p:cNvSpPr>
            <a:spLocks noGrp="1"/>
          </p:cNvSpPr>
          <p:nvPr>
            <p:ph type="body" idx="1"/>
          </p:nvPr>
        </p:nvSpPr>
        <p:spPr>
          <a:xfrm>
            <a:off x="889000" y="3238500"/>
            <a:ext cx="10414000" cy="825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ctr">
            <a:normAutofit fontScale="92500" lnSpcReduction="10000"/>
          </a:bodyPr>
          <a:lstStyle>
            <a:lvl1pPr algn="ctr">
              <a:defRPr sz="5600">
                <a:solidFill>
                  <a:srgbClr val="20222F"/>
                </a:solidFill>
              </a:defRPr>
            </a:lvl1pPr>
          </a:lstStyle>
          <a:p>
            <a:pPr algn="ctr"/>
            <a:endParaRPr/>
          </a:p>
        </p:txBody>
      </p:sp>
      <p:sp>
        <p:nvSpPr>
          <p:cNvPr id="4" name="New Shape"/>
          <p:cNvSpPr>
            <a:spLocks noGrp="1"/>
          </p:cNvSpPr>
          <p:nvPr>
            <p:ph type="body" idx="2"/>
          </p:nvPr>
        </p:nvSpPr>
        <p:spPr>
          <a:xfrm>
            <a:off x="882649" y="4191000"/>
            <a:ext cx="10426700" cy="6667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ctr">
            <a:normAutofit fontScale="77500" lnSpcReduction="20000"/>
          </a:bodyPr>
          <a:lstStyle>
            <a:lvl1pPr algn="ctr">
              <a:defRPr sz="5600">
                <a:solidFill>
                  <a:srgbClr val="20222F"/>
                </a:solidFill>
              </a:defRPr>
            </a:lvl1pPr>
          </a:lstStyle>
          <a:p>
            <a:pPr algn="ctr"/>
            <a:endParaRPr/>
          </a:p>
        </p:txBody>
      </p:sp>
      <p:pic>
        <p:nvPicPr>
          <p:cNvPr id="6" name="Picture 5" descr="A cross on a rock&#10;&#10;AI-generated content may be incorrect.">
            <a:extLst>
              <a:ext uri="{FF2B5EF4-FFF2-40B4-BE49-F238E27FC236}">
                <a16:creationId xmlns:a16="http://schemas.microsoft.com/office/drawing/2014/main" id="{EEB050E6-FC38-29CA-29E1-AE097B5935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2826418"/>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47500" lnSpcReduction="20000"/>
          </a:bodyPr>
          <a:lstStyle>
            <a:lvl1pPr algn="ctr">
              <a:defRPr sz="9613">
                <a:solidFill>
                  <a:srgbClr val="20222F"/>
                </a:solidFill>
              </a:defRPr>
            </a:lvl1pPr>
          </a:lstStyle>
          <a:p>
            <a:pPr algn="ctr"/>
            <a:r>
              <a:rPr sz="9613" b="0" dirty="0">
                <a:solidFill>
                  <a:schemeClr val="bg1"/>
                </a:solidFill>
              </a:rPr>
              <a:t>Cedar Grove Baptist Church exists to create a space where people and families can meet Jesus, find community, and grow in their faith.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49"/>
            <a:ext cx="10426700" cy="3512219"/>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47500" lnSpcReduction="20000"/>
          </a:bodyPr>
          <a:lstStyle>
            <a:lvl1pPr algn="ctr">
              <a:defRPr sz="9613">
                <a:solidFill>
                  <a:srgbClr val="20222F"/>
                </a:solidFill>
              </a:defRPr>
            </a:lvl1pPr>
          </a:lstStyle>
          <a:p>
            <a:pPr algn="ctr"/>
            <a:r>
              <a:rPr sz="9613" b="0" dirty="0">
                <a:solidFill>
                  <a:schemeClr val="bg1"/>
                </a:solidFill>
              </a:rPr>
              <a:t>Our purpose is to love others unconditionally, learn about God increasingly, live to share Jesus intentionally and lead others to Christ continually in Lebanon, TN and throughout the whole world.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B9BDE17-3E57-8C6E-C68C-D2189A452FD2}"/>
              </a:ext>
            </a:extLst>
          </p:cNvPr>
          <p:cNvSpPr>
            <a:spLocks noGrp="1"/>
          </p:cNvSpPr>
          <p:nvPr>
            <p:ph type="body"/>
          </p:nvPr>
        </p:nvSpPr>
        <p:spPr/>
        <p:txBody>
          <a:bodyPr>
            <a:normAutofit lnSpcReduction="10000"/>
          </a:bodyPr>
          <a:lstStyle/>
          <a:p>
            <a:endParaRPr lang="en-US"/>
          </a:p>
        </p:txBody>
      </p:sp>
      <p:sp>
        <p:nvSpPr>
          <p:cNvPr id="3" name="Text Placeholder 2">
            <a:extLst>
              <a:ext uri="{FF2B5EF4-FFF2-40B4-BE49-F238E27FC236}">
                <a16:creationId xmlns:a16="http://schemas.microsoft.com/office/drawing/2014/main" id="{A5EC0B2C-6DC7-B677-5730-8F1609F3673E}"/>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87EBC5C8-02FC-7C4A-B721-888D71A9FB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97316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50" y="2538664"/>
            <a:ext cx="10426700" cy="1780672"/>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70000" lnSpcReduction="20000"/>
          </a:bodyPr>
          <a:lstStyle>
            <a:lvl1pPr algn="ctr">
              <a:defRPr sz="9613">
                <a:solidFill>
                  <a:srgbClr val="20222F"/>
                </a:solidFill>
              </a:defRPr>
            </a:lvl1pPr>
          </a:lstStyle>
          <a:p>
            <a:pPr algn="ctr"/>
            <a:r>
              <a:rPr sz="9613" b="0" dirty="0">
                <a:solidFill>
                  <a:schemeClr val="bg1"/>
                </a:solidFill>
              </a:rPr>
              <a:t>I will uphold the sanctity of the family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2429376"/>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62500" lnSpcReduction="20000"/>
          </a:bodyPr>
          <a:lstStyle>
            <a:lvl1pPr algn="ctr">
              <a:defRPr sz="9613">
                <a:solidFill>
                  <a:srgbClr val="20222F"/>
                </a:solidFill>
              </a:defRPr>
            </a:lvl1pPr>
          </a:lstStyle>
          <a:p>
            <a:pPr algn="ctr"/>
            <a:r>
              <a:rPr sz="9613" b="0" dirty="0">
                <a:solidFill>
                  <a:schemeClr val="bg1"/>
                </a:solidFill>
              </a:rPr>
              <a:t>I will live daily with integrity in thought, word, and deed.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49"/>
            <a:ext cx="10426700" cy="2970797"/>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ctr">
              <a:defRPr sz="9613">
                <a:solidFill>
                  <a:srgbClr val="20222F"/>
                </a:solidFill>
              </a:defRPr>
            </a:lvl1pPr>
          </a:lstStyle>
          <a:p>
            <a:pPr algn="ctr"/>
            <a:r>
              <a:rPr sz="9613" b="0" dirty="0">
                <a:solidFill>
                  <a:schemeClr val="bg1"/>
                </a:solidFill>
              </a:rPr>
              <a:t>I will build and grow each of the four relationships represented in the purpose statement of my church.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50" y="2695575"/>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lnSpcReduction="10000"/>
          </a:bodyPr>
          <a:lstStyle>
            <a:lvl1pPr algn="ctr">
              <a:defRPr sz="9613">
                <a:solidFill>
                  <a:srgbClr val="20222F"/>
                </a:solidFill>
              </a:defRPr>
            </a:lvl1pPr>
          </a:lstStyle>
          <a:p>
            <a:pPr algn="ctr"/>
            <a:r>
              <a:rPr sz="9613" b="0" dirty="0">
                <a:solidFill>
                  <a:schemeClr val="bg1"/>
                </a:solidFill>
              </a:rPr>
              <a:t>Commitment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0906F-6F77-CA43-3B6E-4765F061F93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20CAFE2-89A1-FAD0-DE9D-0B9DF7A77860}"/>
              </a:ext>
            </a:extLst>
          </p:cNvPr>
          <p:cNvSpPr>
            <a:spLocks noGrp="1"/>
          </p:cNvSpPr>
          <p:nvPr>
            <p:ph type="body"/>
          </p:nvPr>
        </p:nvSpPr>
        <p:spPr/>
        <p:txBody>
          <a:bodyPr>
            <a:normAutofit lnSpcReduction="10000"/>
          </a:bodyPr>
          <a:lstStyle/>
          <a:p>
            <a:endParaRPr lang="en-US"/>
          </a:p>
        </p:txBody>
      </p:sp>
      <p:sp>
        <p:nvSpPr>
          <p:cNvPr id="3" name="Text Placeholder 2">
            <a:extLst>
              <a:ext uri="{FF2B5EF4-FFF2-40B4-BE49-F238E27FC236}">
                <a16:creationId xmlns:a16="http://schemas.microsoft.com/office/drawing/2014/main" id="{F5981D3B-4FD0-816A-EAA1-68C2FA45B8B4}"/>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51A87C05-9F07-1DED-857F-B6FDB2D202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9225133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50" y="2039854"/>
            <a:ext cx="10426700" cy="2778292"/>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62500" lnSpcReduction="20000"/>
          </a:bodyPr>
          <a:lstStyle>
            <a:lvl1pPr algn="ctr">
              <a:defRPr sz="9613">
                <a:solidFill>
                  <a:srgbClr val="20222F"/>
                </a:solidFill>
              </a:defRPr>
            </a:lvl1pPr>
          </a:lstStyle>
          <a:p>
            <a:pPr algn="ctr"/>
            <a:r>
              <a:rPr sz="9613" b="0" dirty="0">
                <a:solidFill>
                  <a:schemeClr val="bg1"/>
                </a:solidFill>
              </a:rPr>
              <a:t>I will wholeheartedly commit myself to the purpose and mission of my church.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50" y="2695575"/>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85000" lnSpcReduction="10000"/>
          </a:bodyPr>
          <a:lstStyle>
            <a:lvl1pPr algn="ctr">
              <a:defRPr sz="9613">
                <a:solidFill>
                  <a:srgbClr val="20222F"/>
                </a:solidFill>
              </a:defRPr>
            </a:lvl1pPr>
          </a:lstStyle>
          <a:p>
            <a:pPr algn="ctr"/>
            <a:r>
              <a:rPr sz="9613" b="0" dirty="0">
                <a:solidFill>
                  <a:schemeClr val="bg1"/>
                </a:solidFill>
              </a:rPr>
              <a:t>By attending faithfully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1804736"/>
            <a:ext cx="9505950" cy="3357813"/>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92500" lnSpcReduction="10000"/>
          </a:bodyPr>
          <a:lstStyle>
            <a:lvl1pPr algn="l">
              <a:defRPr sz="4993">
                <a:solidFill>
                  <a:srgbClr val="20222F"/>
                </a:solidFill>
              </a:defRPr>
            </a:lvl1pPr>
          </a:lstStyle>
          <a:p>
            <a:pPr algn="l"/>
            <a:r>
              <a:rPr sz="4993" b="0" dirty="0">
                <a:solidFill>
                  <a:schemeClr val="bg1"/>
                </a:solidFill>
              </a:rPr>
              <a:t>25 Not forsaking the assembling of ourselves together, as the manner of some is; but exhorting one another: and so much the more, as ye see the day approaching.</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Hebrews 10:25</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47500" lnSpcReduction="20000"/>
          </a:bodyPr>
          <a:lstStyle>
            <a:lvl1pPr algn="r">
              <a:defRPr sz="4200">
                <a:solidFill>
                  <a:srgbClr val="20222F"/>
                </a:solidFill>
              </a:defRPr>
            </a:lvl1pPr>
          </a:lstStyle>
          <a:p>
            <a:pPr algn="r"/>
            <a:r>
              <a:rPr sz="4200" b="0">
                <a:solidFill>
                  <a:srgbClr val="20222F"/>
                </a:solidFill>
              </a:rPr>
              <a:t>KJV 1900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25499" y="762000"/>
            <a:ext cx="10414000" cy="43180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ctr">
            <a:normAutofit/>
          </a:bodyPr>
          <a:lstStyle>
            <a:lvl1pPr algn="l">
              <a:defRPr sz="6813">
                <a:solidFill>
                  <a:srgbClr val="4B4A4A"/>
                </a:solidFill>
              </a:defRPr>
            </a:lvl1pPr>
          </a:lstStyle>
          <a:p>
            <a:pPr algn="l"/>
            <a:r>
              <a:rPr sz="6813" b="0" dirty="0" err="1">
                <a:solidFill>
                  <a:schemeClr val="bg1"/>
                </a:solidFill>
              </a:rPr>
              <a:t>ἔθος</a:t>
            </a:r>
            <a:r>
              <a:rPr sz="6813" b="0" dirty="0">
                <a:solidFill>
                  <a:schemeClr val="bg1"/>
                </a:solidFill>
              </a:rPr>
              <a:t> (ethos),  custom, practice, habit</a:t>
            </a:r>
          </a:p>
        </p:txBody>
      </p:sp>
      <p:sp>
        <p:nvSpPr>
          <p:cNvPr id="3" name="New Shape"/>
          <p:cNvSpPr>
            <a:spLocks noGrp="1"/>
          </p:cNvSpPr>
          <p:nvPr>
            <p:ph type="body" idx="1"/>
          </p:nvPr>
        </p:nvSpPr>
        <p:spPr>
          <a:xfrm>
            <a:off x="825499" y="5588000"/>
            <a:ext cx="9398000" cy="673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ctr">
            <a:normAutofit fontScale="40000" lnSpcReduction="20000"/>
          </a:bodyPr>
          <a:lstStyle>
            <a:lvl1pPr algn="l">
              <a:defRPr sz="5786">
                <a:solidFill>
                  <a:srgbClr val="06294B"/>
                </a:solidFill>
              </a:defRPr>
            </a:lvl1pPr>
          </a:lstStyle>
          <a:p>
            <a:pPr algn="l"/>
            <a:r>
              <a:rPr sz="5786" b="0" dirty="0">
                <a:solidFill>
                  <a:schemeClr val="bg1"/>
                </a:solidFill>
              </a:rPr>
              <a:t>Dictionary of Biblical Languages with Semantic Domains: Greek (New Testament)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1780674"/>
            <a:ext cx="9505950" cy="3381876"/>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92500" lnSpcReduction="10000"/>
          </a:bodyPr>
          <a:lstStyle>
            <a:lvl1pPr algn="l">
              <a:defRPr sz="4993">
                <a:solidFill>
                  <a:srgbClr val="20222F"/>
                </a:solidFill>
              </a:defRPr>
            </a:lvl1pPr>
          </a:lstStyle>
          <a:p>
            <a:pPr algn="l"/>
            <a:r>
              <a:rPr sz="4993" b="0" dirty="0">
                <a:solidFill>
                  <a:schemeClr val="bg1"/>
                </a:solidFill>
              </a:rPr>
              <a:t>23 Let us hold fast the profession of our faith without wavering; (for he is faithful that promised;) 24 And let us consider one another to provoke unto love and to good works:</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Hebrews 10:23–25</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47500" lnSpcReduction="20000"/>
          </a:bodyPr>
          <a:lstStyle>
            <a:lvl1pPr algn="r">
              <a:defRPr sz="4200">
                <a:solidFill>
                  <a:srgbClr val="20222F"/>
                </a:solidFill>
              </a:defRPr>
            </a:lvl1pPr>
          </a:lstStyle>
          <a:p>
            <a:pPr algn="r"/>
            <a:r>
              <a:rPr sz="4200" b="0">
                <a:solidFill>
                  <a:srgbClr val="20222F"/>
                </a:solidFill>
              </a:rPr>
              <a:t>KJV 1900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F479B-A8D9-260C-6F5F-CE4005DA5EE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8E35854-8797-8971-07D8-91A8CDFB03F9}"/>
              </a:ext>
            </a:extLst>
          </p:cNvPr>
          <p:cNvSpPr>
            <a:spLocks noGrp="1"/>
          </p:cNvSpPr>
          <p:nvPr>
            <p:ph type="body"/>
          </p:nvPr>
        </p:nvSpPr>
        <p:spPr/>
        <p:txBody>
          <a:bodyPr>
            <a:normAutofit lnSpcReduction="10000"/>
          </a:bodyPr>
          <a:lstStyle/>
          <a:p>
            <a:endParaRPr lang="en-US"/>
          </a:p>
        </p:txBody>
      </p:sp>
      <p:sp>
        <p:nvSpPr>
          <p:cNvPr id="3" name="Text Placeholder 2">
            <a:extLst>
              <a:ext uri="{FF2B5EF4-FFF2-40B4-BE49-F238E27FC236}">
                <a16:creationId xmlns:a16="http://schemas.microsoft.com/office/drawing/2014/main" id="{5A427988-8946-142F-7AFA-1345C1D341E4}"/>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9F354CBD-4EE5-E021-EF81-B575E3ADE5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1971900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3"/>
          </p:nvPr>
        </p:nvSpPr>
        <p:spPr>
          <a:xfrm>
            <a:off x="1035049" y="1828800"/>
            <a:ext cx="9505950" cy="33337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92500" lnSpcReduction="10000"/>
          </a:bodyPr>
          <a:lstStyle>
            <a:lvl1pPr algn="l">
              <a:defRPr sz="4993">
                <a:solidFill>
                  <a:srgbClr val="20222F"/>
                </a:solidFill>
              </a:defRPr>
            </a:lvl1pPr>
          </a:lstStyle>
          <a:p>
            <a:pPr algn="l"/>
            <a:r>
              <a:rPr sz="4993" b="0" dirty="0">
                <a:solidFill>
                  <a:schemeClr val="bg1"/>
                </a:solidFill>
              </a:rPr>
              <a:t>25 Not forsaking the assembling of ourselves together, as the manner of some is; but exhorting one another: and so much the more, as ye see the day approaching.</a:t>
            </a:r>
          </a:p>
        </p:txBody>
      </p:sp>
      <p:sp>
        <p:nvSpPr>
          <p:cNvPr id="3" name="New Shape"/>
          <p:cNvSpPr>
            <a:spLocks noGrp="1"/>
          </p:cNvSpPr>
          <p:nvPr>
            <p:ph type="body" idx="4"/>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Hebrews 10:23–25</a:t>
            </a:r>
          </a:p>
        </p:txBody>
      </p:sp>
      <p:sp>
        <p:nvSpPr>
          <p:cNvPr id="4" name="New Shape"/>
          <p:cNvSpPr>
            <a:spLocks noGrp="1"/>
          </p:cNvSpPr>
          <p:nvPr>
            <p:ph type="body" idx="5"/>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47500" lnSpcReduction="20000"/>
          </a:bodyPr>
          <a:lstStyle>
            <a:lvl1pPr algn="r">
              <a:defRPr sz="4200">
                <a:solidFill>
                  <a:srgbClr val="20222F"/>
                </a:solidFill>
              </a:defRPr>
            </a:lvl1pPr>
          </a:lstStyle>
          <a:p>
            <a:pPr algn="r"/>
            <a:r>
              <a:rPr sz="4200" b="0">
                <a:solidFill>
                  <a:srgbClr val="20222F"/>
                </a:solidFill>
              </a:rPr>
              <a:t>KJV 1900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50" y="2695575"/>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a:bodyPr>
          <a:lstStyle>
            <a:lvl1pPr algn="ctr">
              <a:defRPr sz="9613">
                <a:solidFill>
                  <a:srgbClr val="20222F"/>
                </a:solidFill>
              </a:defRPr>
            </a:lvl1pPr>
          </a:lstStyle>
          <a:p>
            <a:pPr algn="ctr"/>
            <a:r>
              <a:rPr sz="9613" b="0" dirty="0">
                <a:solidFill>
                  <a:schemeClr val="bg1"/>
                </a:solidFill>
              </a:rPr>
              <a:t>By giving cheerfully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1888958"/>
            <a:ext cx="9505950" cy="3273592"/>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21 For where your treasure is, there will your heart be also.</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6:21</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47500" lnSpcReduction="20000"/>
          </a:bodyPr>
          <a:lstStyle>
            <a:lvl1pPr algn="r">
              <a:defRPr sz="4200">
                <a:solidFill>
                  <a:srgbClr val="20222F"/>
                </a:solidFill>
              </a:defRPr>
            </a:lvl1pPr>
          </a:lstStyle>
          <a:p>
            <a:pPr algn="r"/>
            <a:r>
              <a:rPr sz="4200" b="0">
                <a:solidFill>
                  <a:srgbClr val="20222F"/>
                </a:solidFill>
              </a:rPr>
              <a:t>KJV 1900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D87AF-B0E4-7CBE-EAC6-D2C721204AD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1077DB8-46FF-6E1A-3713-EBFEF907D0DC}"/>
              </a:ext>
            </a:extLst>
          </p:cNvPr>
          <p:cNvSpPr>
            <a:spLocks noGrp="1"/>
          </p:cNvSpPr>
          <p:nvPr>
            <p:ph type="body"/>
          </p:nvPr>
        </p:nvSpPr>
        <p:spPr/>
        <p:txBody>
          <a:bodyPr>
            <a:normAutofit lnSpcReduction="10000"/>
          </a:bodyPr>
          <a:lstStyle/>
          <a:p>
            <a:endParaRPr lang="en-US"/>
          </a:p>
        </p:txBody>
      </p:sp>
      <p:sp>
        <p:nvSpPr>
          <p:cNvPr id="3" name="Text Placeholder 2">
            <a:extLst>
              <a:ext uri="{FF2B5EF4-FFF2-40B4-BE49-F238E27FC236}">
                <a16:creationId xmlns:a16="http://schemas.microsoft.com/office/drawing/2014/main" id="{69978101-9280-5EA3-83F5-44F1A596D112}"/>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49999609-E375-08DA-457F-8A0646193B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7776088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1600200"/>
            <a:ext cx="10238540" cy="35623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85000" lnSpcReduction="10000"/>
          </a:bodyPr>
          <a:lstStyle>
            <a:lvl1pPr algn="l">
              <a:defRPr sz="4993">
                <a:solidFill>
                  <a:srgbClr val="20222F"/>
                </a:solidFill>
              </a:defRPr>
            </a:lvl1pPr>
          </a:lstStyle>
          <a:p>
            <a:pPr algn="l"/>
            <a:r>
              <a:rPr sz="4993" b="0" dirty="0">
                <a:solidFill>
                  <a:schemeClr val="bg1"/>
                </a:solidFill>
              </a:rPr>
              <a:t>10 “Bring the whole tithe into the storehouse, so that there may be food in My house, and test Me now in this,” says the Lord of hosts, “if I will not open for you the windows of heaven and pour out for you a blessing until it overflows.</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Malachi 3:10</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50" y="1864894"/>
            <a:ext cx="10426700" cy="3128211"/>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ctr">
              <a:defRPr sz="9613">
                <a:solidFill>
                  <a:srgbClr val="20222F"/>
                </a:solidFill>
              </a:defRPr>
            </a:lvl1pPr>
          </a:lstStyle>
          <a:p>
            <a:pPr algn="ctr"/>
            <a:r>
              <a:rPr sz="9613" b="0" dirty="0">
                <a:solidFill>
                  <a:schemeClr val="bg1"/>
                </a:solidFill>
              </a:rPr>
              <a:t>When we give generously and intentionally we lift the burden of financial limitations on magnifying the ministry of this local church.</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1624262"/>
            <a:ext cx="10467140" cy="3538287"/>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77500" lnSpcReduction="20000"/>
          </a:bodyPr>
          <a:lstStyle>
            <a:lvl1pPr algn="l">
              <a:defRPr sz="4993">
                <a:solidFill>
                  <a:srgbClr val="20222F"/>
                </a:solidFill>
              </a:defRPr>
            </a:lvl1pPr>
          </a:lstStyle>
          <a:p>
            <a:pPr algn="l"/>
            <a:r>
              <a:rPr sz="4993" b="0" dirty="0">
                <a:solidFill>
                  <a:schemeClr val="bg1"/>
                </a:solidFill>
              </a:rPr>
              <a:t>34 Neither was there any among them that lacked: for as many as were possessors of lands or houses sold them, and brought the prices of the things that were sold, 35 And laid them down at the apostles’ feet: and distribution was made unto every man according as he had need.</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Acts 4:34–37</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47500" lnSpcReduction="20000"/>
          </a:bodyPr>
          <a:lstStyle>
            <a:lvl1pPr algn="r">
              <a:defRPr sz="4200">
                <a:solidFill>
                  <a:srgbClr val="20222F"/>
                </a:solidFill>
              </a:defRPr>
            </a:lvl1pPr>
          </a:lstStyle>
          <a:p>
            <a:pPr algn="r"/>
            <a:r>
              <a:rPr sz="4200" b="0">
                <a:solidFill>
                  <a:srgbClr val="20222F"/>
                </a:solidFill>
              </a:rPr>
              <a:t>KJV 1900</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6CFCF-5A99-B51B-2012-60196E29CC1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384C5A7-7AEF-1760-4769-D70DC3E355BB}"/>
              </a:ext>
            </a:extLst>
          </p:cNvPr>
          <p:cNvSpPr>
            <a:spLocks noGrp="1"/>
          </p:cNvSpPr>
          <p:nvPr>
            <p:ph type="body"/>
          </p:nvPr>
        </p:nvSpPr>
        <p:spPr/>
        <p:txBody>
          <a:bodyPr>
            <a:normAutofit lnSpcReduction="10000"/>
          </a:bodyPr>
          <a:lstStyle/>
          <a:p>
            <a:endParaRPr lang="en-US"/>
          </a:p>
        </p:txBody>
      </p:sp>
      <p:sp>
        <p:nvSpPr>
          <p:cNvPr id="3" name="Text Placeholder 2">
            <a:extLst>
              <a:ext uri="{FF2B5EF4-FFF2-40B4-BE49-F238E27FC236}">
                <a16:creationId xmlns:a16="http://schemas.microsoft.com/office/drawing/2014/main" id="{6DCE4F6A-0F54-291F-7F33-8277E037E67A}"/>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059703EE-F384-FD01-D381-54407D4AAC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3152442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3"/>
          </p:nvPr>
        </p:nvSpPr>
        <p:spPr>
          <a:xfrm>
            <a:off x="1035049" y="1540042"/>
            <a:ext cx="10009940" cy="3622508"/>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85000" lnSpcReduction="10000"/>
          </a:bodyPr>
          <a:lstStyle>
            <a:lvl1pPr algn="l">
              <a:defRPr sz="4993">
                <a:solidFill>
                  <a:srgbClr val="20222F"/>
                </a:solidFill>
              </a:defRPr>
            </a:lvl1pPr>
          </a:lstStyle>
          <a:p>
            <a:pPr algn="l"/>
            <a:r>
              <a:rPr sz="4993" b="0" dirty="0">
                <a:solidFill>
                  <a:schemeClr val="bg1"/>
                </a:solidFill>
              </a:rPr>
              <a:t>36 And Joses, who by the apostles was surnamed Barnabas, (which is, being interpreted, The son of consolation,) a Levite, and of the country of Cyprus, 37 Having land, sold it, and brought the money, and laid it at the apostles’ feet.</a:t>
            </a:r>
          </a:p>
        </p:txBody>
      </p:sp>
      <p:sp>
        <p:nvSpPr>
          <p:cNvPr id="3" name="New Shape"/>
          <p:cNvSpPr>
            <a:spLocks noGrp="1"/>
          </p:cNvSpPr>
          <p:nvPr>
            <p:ph type="body" idx="4"/>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Acts 4:34–37</a:t>
            </a:r>
          </a:p>
        </p:txBody>
      </p:sp>
      <p:sp>
        <p:nvSpPr>
          <p:cNvPr id="4" name="New Shape"/>
          <p:cNvSpPr>
            <a:spLocks noGrp="1"/>
          </p:cNvSpPr>
          <p:nvPr>
            <p:ph type="body" idx="5"/>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47500" lnSpcReduction="20000"/>
          </a:bodyPr>
          <a:lstStyle>
            <a:lvl1pPr algn="r">
              <a:defRPr sz="4200">
                <a:solidFill>
                  <a:srgbClr val="20222F"/>
                </a:solidFill>
              </a:defRPr>
            </a:lvl1pPr>
          </a:lstStyle>
          <a:p>
            <a:pPr algn="r"/>
            <a:r>
              <a:rPr sz="4200" b="0">
                <a:solidFill>
                  <a:srgbClr val="20222F"/>
                </a:solidFill>
              </a:rPr>
              <a:t>KJV 1900</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1576136"/>
            <a:ext cx="9505950" cy="3586413"/>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7 Each one must do just as he has purposed in his heart, not grudgingly or under compulsion, for God loves a cheerful giver.</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2 Corinthians 9:7</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AC378-8667-AC0A-DEC2-796C90BE2B6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B5C2008-BF0D-C0D4-42CA-DAB4E233F27A}"/>
              </a:ext>
            </a:extLst>
          </p:cNvPr>
          <p:cNvSpPr>
            <a:spLocks noGrp="1"/>
          </p:cNvSpPr>
          <p:nvPr>
            <p:ph type="body"/>
          </p:nvPr>
        </p:nvSpPr>
        <p:spPr/>
        <p:txBody>
          <a:bodyPr>
            <a:normAutofit lnSpcReduction="10000"/>
          </a:bodyPr>
          <a:lstStyle/>
          <a:p>
            <a:endParaRPr lang="en-US"/>
          </a:p>
        </p:txBody>
      </p:sp>
      <p:sp>
        <p:nvSpPr>
          <p:cNvPr id="3" name="Text Placeholder 2">
            <a:extLst>
              <a:ext uri="{FF2B5EF4-FFF2-40B4-BE49-F238E27FC236}">
                <a16:creationId xmlns:a16="http://schemas.microsoft.com/office/drawing/2014/main" id="{5FB49053-A5D5-FBD4-C7A8-EC507F490B50}"/>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0B6E0356-2BF4-2CE6-CD1F-73877F96C8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0736241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50" y="2695575"/>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a:bodyPr>
          <a:lstStyle>
            <a:lvl1pPr algn="ctr">
              <a:defRPr sz="9613">
                <a:solidFill>
                  <a:srgbClr val="20222F"/>
                </a:solidFill>
              </a:defRPr>
            </a:lvl1pPr>
          </a:lstStyle>
          <a:p>
            <a:pPr algn="ctr"/>
            <a:r>
              <a:rPr sz="9613" b="0" dirty="0">
                <a:solidFill>
                  <a:schemeClr val="bg1"/>
                </a:solidFill>
              </a:rPr>
              <a:t>By working diligently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1852862"/>
            <a:ext cx="9505950" cy="3309687"/>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4 The soul of a lazy man desires, and has nothing; But the soul of the diligent shall be made rich.</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Proverbs 13:4</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77500" lnSpcReduction="20000"/>
          </a:bodyPr>
          <a:lstStyle>
            <a:lvl1pPr algn="r">
              <a:defRPr sz="4200">
                <a:solidFill>
                  <a:srgbClr val="20222F"/>
                </a:solidFill>
              </a:defRPr>
            </a:lvl1pPr>
          </a:lstStyle>
          <a:p>
            <a:pPr algn="r"/>
            <a:r>
              <a:rPr sz="4200" b="0">
                <a:solidFill>
                  <a:srgbClr val="20222F"/>
                </a:solidFill>
              </a:rPr>
              <a:t>NKJV</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1612232"/>
            <a:ext cx="9505950" cy="3550318"/>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4 The soul of a lazy man desires, and has nothing; But the soul of the diligent shall be made rich.</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Proverbs 13:4</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77500" lnSpcReduction="20000"/>
          </a:bodyPr>
          <a:lstStyle>
            <a:lvl1pPr algn="r">
              <a:defRPr sz="4200">
                <a:solidFill>
                  <a:srgbClr val="20222F"/>
                </a:solidFill>
              </a:defRPr>
            </a:lvl1pPr>
          </a:lstStyle>
          <a:p>
            <a:pPr algn="r"/>
            <a:r>
              <a:rPr sz="4200" b="0">
                <a:solidFill>
                  <a:srgbClr val="20222F"/>
                </a:solidFill>
              </a:rPr>
              <a:t>NKJV</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25499" y="1792704"/>
            <a:ext cx="10414000" cy="3287295"/>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ctr">
            <a:normAutofit/>
          </a:bodyPr>
          <a:lstStyle>
            <a:lvl1pPr algn="l">
              <a:defRPr sz="6813">
                <a:solidFill>
                  <a:srgbClr val="4B4A4A"/>
                </a:solidFill>
              </a:defRPr>
            </a:lvl1pPr>
          </a:lstStyle>
          <a:p>
            <a:pPr algn="l"/>
            <a:r>
              <a:rPr sz="6813" b="0" dirty="0">
                <a:solidFill>
                  <a:schemeClr val="bg1"/>
                </a:solidFill>
              </a:rPr>
              <a:t>soul, living being, life, self, person, desire, appetite, emotion, and passion</a:t>
            </a:r>
          </a:p>
        </p:txBody>
      </p:sp>
      <p:sp>
        <p:nvSpPr>
          <p:cNvPr id="3" name="New Shape"/>
          <p:cNvSpPr>
            <a:spLocks noGrp="1"/>
          </p:cNvSpPr>
          <p:nvPr>
            <p:ph type="body" idx="1"/>
          </p:nvPr>
        </p:nvSpPr>
        <p:spPr>
          <a:xfrm>
            <a:off x="825499" y="5588000"/>
            <a:ext cx="9398000" cy="673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ctr">
            <a:normAutofit fontScale="47500" lnSpcReduction="20000"/>
          </a:bodyPr>
          <a:lstStyle>
            <a:lvl1pPr algn="l">
              <a:defRPr sz="5786">
                <a:solidFill>
                  <a:srgbClr val="06294B"/>
                </a:solidFill>
              </a:defRPr>
            </a:lvl1pPr>
          </a:lstStyle>
          <a:p>
            <a:pPr algn="l"/>
            <a:r>
              <a:rPr sz="5786" b="0" dirty="0">
                <a:solidFill>
                  <a:schemeClr val="bg1"/>
                </a:solidFill>
              </a:rPr>
              <a:t>Enhanced Brown-Driver-Briggs Hebrew and English Lexicon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1624262"/>
            <a:ext cx="9505950" cy="3538287"/>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92500" lnSpcReduction="10000"/>
          </a:bodyPr>
          <a:lstStyle>
            <a:lvl1pPr algn="l">
              <a:defRPr sz="4993">
                <a:solidFill>
                  <a:srgbClr val="20222F"/>
                </a:solidFill>
              </a:defRPr>
            </a:lvl1pPr>
          </a:lstStyle>
          <a:p>
            <a:pPr algn="l"/>
            <a:r>
              <a:rPr sz="4993" b="0" dirty="0">
                <a:solidFill>
                  <a:schemeClr val="bg1"/>
                </a:solidFill>
              </a:rPr>
              <a:t>58 Therefore, my beloved brethren, be steadfast, immovable, always abounding in the work of the Lord, knowing that your labor is not in vain in the Lord.</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1 Corinthians 15:58</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77500" lnSpcReduction="20000"/>
          </a:bodyPr>
          <a:lstStyle>
            <a:lvl1pPr algn="r">
              <a:defRPr sz="4200">
                <a:solidFill>
                  <a:srgbClr val="20222F"/>
                </a:solidFill>
              </a:defRPr>
            </a:lvl1pPr>
          </a:lstStyle>
          <a:p>
            <a:pPr algn="r"/>
            <a:r>
              <a:rPr sz="4200" b="0">
                <a:solidFill>
                  <a:srgbClr val="20222F"/>
                </a:solidFill>
              </a:rPr>
              <a:t>NKJV</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F6703-7168-20A5-378C-49019D6AC8B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3EF08D0-0B88-1FAB-B10D-D7167A96F746}"/>
              </a:ext>
            </a:extLst>
          </p:cNvPr>
          <p:cNvSpPr>
            <a:spLocks noGrp="1"/>
          </p:cNvSpPr>
          <p:nvPr>
            <p:ph type="body"/>
          </p:nvPr>
        </p:nvSpPr>
        <p:spPr/>
        <p:txBody>
          <a:bodyPr>
            <a:normAutofit lnSpcReduction="10000"/>
          </a:bodyPr>
          <a:lstStyle/>
          <a:p>
            <a:endParaRPr lang="en-US"/>
          </a:p>
        </p:txBody>
      </p:sp>
      <p:sp>
        <p:nvSpPr>
          <p:cNvPr id="3" name="Text Placeholder 2">
            <a:extLst>
              <a:ext uri="{FF2B5EF4-FFF2-40B4-BE49-F238E27FC236}">
                <a16:creationId xmlns:a16="http://schemas.microsoft.com/office/drawing/2014/main" id="{58145585-586F-9C9B-D7FE-4882BE03E99C}"/>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429F2FEB-4C6E-1E31-B05B-C6185A531A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9240167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1612232"/>
            <a:ext cx="9505950" cy="3550318"/>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3 Commit your works to the Lord And your plans will be established.</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Proverbs 16:3</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
        <a:ea typeface=""/>
        <a:cs typeface=""/>
      </a:majorFont>
      <a:minorFont>
        <a:latin typeface=""/>
        <a:ea typeface=""/>
        <a:cs typeface=""/>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noFill/>
        <a:pattFill/>
        <a:grpFill/>
      </a:fillStyleLst>
      <a:lnStyleLst>
        <a:ln w="9525" cap="flat" cmpd="sng" algn="ctr">
          <a:solidFill>
            <a:schemeClr val="phClr">
              <a:shade val="95000"/>
              <a:satMod val="105000"/>
            </a:schemeClr>
          </a:solidFill>
          <a:prstDash val="solid"/>
        </a:ln>
        <a:ln w="9525" cap="flat" cmpd="sng" algn="ctr">
          <a:solidFill>
            <a:schemeClr val="phClr">
              <a:shade val="95000"/>
              <a:satMod val="105000"/>
            </a:schemeClr>
          </a:solidFill>
          <a:prstDash val="solid"/>
        </a:ln>
        <a:ln w="9525" cap="flat" cmpd="sng" algn="ctr">
          <a:solidFill>
            <a:schemeClr val="phClr">
              <a:shade val="95000"/>
              <a:satMod val="105000"/>
            </a:scheme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0000" dir="5400000" rotWithShape="0">
              <a:srgbClr val="000000">
                <a:alpha val="38000"/>
              </a:srgbClr>
            </a:outerShdw>
          </a:effectLst>
        </a:effectStyle>
        <a:effectStyle>
          <a:effectLst>
            <a:outerShdw blurRad="40000" dist="20000" dir="5400000" rotWithShape="0">
              <a:srgbClr val="000000">
                <a:alpha val="38000"/>
              </a:srgbClr>
            </a:outerShdw>
          </a:effectLst>
        </a:effectStyle>
      </a:effectStyleLst>
      <a:bgFillStyleLst>
        <a:solidFill>
          <a:schemeClr val="phClr"/>
        </a:solidFill>
        <a:gradFill>
          <a:gsLst>
            <a:gs pos="0">
              <a:schemeClr val="phClr">
                <a:tint val="50000"/>
                <a:satMod val="300000"/>
              </a:schemeClr>
            </a:gs>
            <a:gs pos="0">
              <a:schemeClr val="phClr">
                <a:tint val="50000"/>
                <a:satMod val="300000"/>
              </a:schemeClr>
            </a:gs>
            <a:gs pos="0">
              <a:schemeClr val="phClr">
                <a:tint val="50000"/>
                <a:satMod val="300000"/>
              </a:schemeClr>
            </a:gs>
          </a:gsLst>
          <a:lin ang="16200000" scaled="1"/>
        </a:gradFill>
        <a:gradFill>
          <a:gsLst>
            <a:gs pos="0">
              <a:schemeClr val="phClr">
                <a:tint val="50000"/>
                <a:satMod val="300000"/>
              </a:schemeClr>
            </a:gs>
            <a:gs pos="0">
              <a:schemeClr val="phClr">
                <a:tint val="50000"/>
                <a:satMod val="300000"/>
              </a:schemeClr>
            </a:gs>
          </a:gsLst>
          <a:lin ang="16200000" scaled="1"/>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655</Words>
  <Application>Microsoft Macintosh PowerPoint</Application>
  <PresentationFormat>Widescreen</PresentationFormat>
  <Paragraphs>52</Paragraphs>
  <Slides>33</Slides>
  <Notes>0</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Jacob Lannom</cp:lastModifiedBy>
  <cp:revision>2</cp:revision>
  <dcterms:modified xsi:type="dcterms:W3CDTF">2026-10-02T12:58:18Z</dcterms:modified>
</cp:coreProperties>
</file>